
<file path=[Content_Types].xml><?xml version="1.0" encoding="utf-8"?>
<Types xmlns="http://schemas.openxmlformats.org/package/2006/content-types">
  <Default Extension="png" ContentType="image/png"/>
  <Default Extension="svg" ContentType="image/svg+xml"/>
  <Default Extension="jpeg" ContentType="image/jpeg"/>
  <Default Extension="rels" ContentType="application/vnd.openxmlformats-package.relationships+xml"/>
  <Default Extension="xml" ContentType="application/xml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17"/>
  </p:notesMasterIdLst>
  <p:sldIdLst>
    <p:sldId id="257" r:id="rId2"/>
    <p:sldId id="298" r:id="rId3"/>
    <p:sldId id="289" r:id="rId4"/>
    <p:sldId id="303" r:id="rId5"/>
    <p:sldId id="302" r:id="rId6"/>
    <p:sldId id="304" r:id="rId7"/>
    <p:sldId id="290" r:id="rId8"/>
    <p:sldId id="305" r:id="rId9"/>
    <p:sldId id="262" r:id="rId10"/>
    <p:sldId id="299" r:id="rId11"/>
    <p:sldId id="300" r:id="rId12"/>
    <p:sldId id="306" r:id="rId13"/>
    <p:sldId id="285" r:id="rId14"/>
    <p:sldId id="265" r:id="rId15"/>
    <p:sldId id="301" r:id="rId16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521415D9-36F7-43E2-AB2F-B90AF26B5E84}">
      <p14:sectionLst xmlns:p14="http://schemas.microsoft.com/office/powerpoint/2010/main">
        <p14:section name="Default Section" id="{FB682A1C-C45A-49F3-836B-E0A2FBEC338C}">
          <p14:sldIdLst>
            <p14:sldId id="257"/>
            <p14:sldId id="298"/>
            <p14:sldId id="289"/>
            <p14:sldId id="303"/>
            <p14:sldId id="302"/>
            <p14:sldId id="304"/>
            <p14:sldId id="290"/>
            <p14:sldId id="305"/>
            <p14:sldId id="262"/>
            <p14:sldId id="299"/>
            <p14:sldId id="300"/>
            <p14:sldId id="306"/>
            <p14:sldId id="285"/>
            <p14:sldId id="265"/>
            <p14:sldId id="301"/>
          </p14:sldIdLst>
        </p14:section>
      </p14:sectionLst>
    </p:ex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1717A"/>
    <a:srgbClr val="073B4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21" autoAdjust="0"/>
    <p:restoredTop sz="94291" autoAdjust="0"/>
  </p:normalViewPr>
  <p:slideViewPr>
    <p:cSldViewPr snapToGrid="0" showGuides="1">
      <p:cViewPr varScale="1">
        <p:scale>
          <a:sx n="62" d="100"/>
          <a:sy n="62" d="100"/>
        </p:scale>
        <p:origin x="72" y="120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presProps" Target="presProps.xml"/><Relationship Id="rId3" Type="http://schemas.openxmlformats.org/officeDocument/2006/relationships/slide" Target="slides/slide2.xml"/><Relationship Id="rId21" Type="http://schemas.openxmlformats.org/officeDocument/2006/relationships/tableStyles" Target="tableStyle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notesMaster" Target="notesMasters/notesMaster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theme" Target="theme/them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10" Type="http://schemas.openxmlformats.org/officeDocument/2006/relationships/slide" Target="slides/slide9.xml"/><Relationship Id="rId19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29639E94-926F-4681-A72F-ACDC6378124E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513364B-EC2E-4947-A677-4F4E473B24C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574388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onnection-internet-digital-network-4166469/" TargetMode="External"/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miling-middle-aged-man-using-tablet-and-holding-apple-near-window-in-office-3931603/" TargetMode="External"/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pexels.com/photo/cheerful-woman-smiling-while-sitting-at-table-with-laptop-4467687/" TargetMode="External"/><Relationship Id="rId4" Type="http://schemas.openxmlformats.org/officeDocument/2006/relationships/hyperlink" Target="https://www.pexels.com/photo/smiling-woman-with-notebook-in-office-hall-4173256/" TargetMode="External"/></Relationships>
</file>

<file path=ppt/notesSlides/_rels/notesSlide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miling-middle-aged-man-using-tablet-and-holding-apple-near-window-in-office-3931603/" TargetMode="External"/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pexels.com/photo/cheerful-woman-smiling-while-sitting-at-table-with-laptop-4467687/" TargetMode="External"/><Relationship Id="rId4" Type="http://schemas.openxmlformats.org/officeDocument/2006/relationships/hyperlink" Target="https://www.pexels.com/photo/smiling-woman-with-notebook-in-office-hall-4173256/" TargetMode="External"/></Relationships>
</file>

<file path=ppt/notesSlides/_rels/notesSlide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hoto-of-people-looking-on-laptop-3182812/" TargetMode="External"/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3" Type="http://schemas.openxmlformats.org/officeDocument/2006/relationships/hyperlink" Target="https://pixabay.com/vectors/connection-internet-digital-network-4166469/" TargetMode="External"/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op-view-of-people-at-the-meeting-3184287/" TargetMode="External"/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top-view-of-people-at-the-meeting-3184287/" TargetMode="External"/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hoto-of-people-looking-on-laptop-3182812/" TargetMode="External"/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smiling-middle-aged-man-using-tablet-and-holding-apple-near-window-in-office-3931603/" TargetMode="External"/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Relationship Id="rId5" Type="http://schemas.openxmlformats.org/officeDocument/2006/relationships/hyperlink" Target="https://www.pexels.com/photo/cheerful-woman-smiling-while-sitting-at-table-with-laptop-4467687/" TargetMode="External"/><Relationship Id="rId4" Type="http://schemas.openxmlformats.org/officeDocument/2006/relationships/hyperlink" Target="https://www.pexels.com/photo/smiling-woman-with-notebook-in-office-hall-4173256/" TargetMode="External"/></Relationships>
</file>

<file path=ppt/notesSlides/_rels/notesSlide13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photo-of-people-looking-on-laptop-3182801/" TargetMode="External"/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3" Type="http://schemas.openxmlformats.org/officeDocument/2006/relationships/hyperlink" Target="https://www.pexels.com/photo/multi-cultural-people-3184419/" TargetMode="External"/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https://pixabay.com/vectors/connection-internet-digital-network-4166469/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4444028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https://www.pexels.com/photo/smiling-middle-aged-man-using-tablet-and-holding-apple-near-window-in-office-3931603/</a:t>
            </a:r>
            <a:endParaRPr lang="en-US" dirty="0"/>
          </a:p>
          <a:p>
            <a:r>
              <a:rPr lang="en-US" dirty="0">
                <a:hlinkClick r:id="rId4"/>
              </a:rPr>
              <a:t>https://www.pexels.com/photo/smiling-woman-with-notebook-in-office-hall-4173256/</a:t>
            </a:r>
            <a:endParaRPr lang="en-US" dirty="0"/>
          </a:p>
          <a:p>
            <a:r>
              <a:rPr lang="en-US" dirty="0">
                <a:hlinkClick r:id="rId5"/>
              </a:rPr>
              <a:t>https://www.pexels.com/photo/cheerful-woman-smiling-while-sitting-at-table-with-laptop-4467687/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02374683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https://www.pexels.com/photo/smiling-middle-aged-man-using-tablet-and-holding-apple-near-window-in-office-3931603/</a:t>
            </a:r>
            <a:endParaRPr lang="en-US" dirty="0"/>
          </a:p>
          <a:p>
            <a:r>
              <a:rPr lang="en-US" dirty="0">
                <a:hlinkClick r:id="rId4"/>
              </a:rPr>
              <a:t>https://www.pexels.com/photo/smiling-woman-with-notebook-in-office-hall-4173256/</a:t>
            </a:r>
            <a:endParaRPr lang="en-US" dirty="0"/>
          </a:p>
          <a:p>
            <a:r>
              <a:rPr lang="en-US" dirty="0">
                <a:hlinkClick r:id="rId5"/>
              </a:rPr>
              <a:t>https://www.pexels.com/photo/cheerful-woman-smiling-while-sitting-at-table-with-laptop-4467687/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854008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https://www.pexels.com/photo/photo-of-people-looking-on-laptop-3182812/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07299512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6A8C-74DC-4479-B61F-D5C8754A60F3}" type="slidenum">
              <a:rPr lang="en-US" smtClean="0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254940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https://pixabay.com/vectors/connection-internet-digital-network-4166469/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84520672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https://www.pexels.com/photo/top-view-of-people-at-the-meeting-3184287/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6A8C-74DC-4479-B61F-D5C8754A60F3}" type="slidenum">
              <a:rPr lang="en-US" smtClean="0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01095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https://www.pexels.com/photo/top-view-of-people-at-the-meeting-3184287/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6A8C-74DC-4479-B61F-D5C8754A60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37401095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https://www.pexels.com/photo/photo-of-people-looking-on-laptop-3182812/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92300836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6A8C-74DC-4479-B61F-D5C8754A60F3}" type="slidenum">
              <a:rPr lang="en-US" smtClean="0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6216349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B546A8C-74DC-4479-B61F-D5C8754A60F3}" type="slidenum">
              <a:rPr lang="en-US" smtClean="0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4762378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https://www.pexels.com/photo/smiling-middle-aged-man-using-tablet-and-holding-apple-near-window-in-office-3931603/</a:t>
            </a:r>
            <a:endParaRPr lang="en-US" dirty="0"/>
          </a:p>
          <a:p>
            <a:r>
              <a:rPr lang="en-US" dirty="0">
                <a:hlinkClick r:id="rId4"/>
              </a:rPr>
              <a:t>https://www.pexels.com/photo/smiling-woman-with-notebook-in-office-hall-4173256/</a:t>
            </a:r>
            <a:endParaRPr lang="en-US" dirty="0"/>
          </a:p>
          <a:p>
            <a:r>
              <a:rPr lang="en-US" dirty="0">
                <a:hlinkClick r:id="rId5"/>
              </a:rPr>
              <a:t>https://www.pexels.com/photo/cheerful-woman-smiling-while-sitting-at-table-with-laptop-4467687/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14597694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https://www.pexels.com/photo/photo-of-people-looking-on-laptop-3182801/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71289173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rPr lang="en-US" dirty="0"/>
              <a:t>Links:</a:t>
            </a:r>
          </a:p>
          <a:p>
            <a:endParaRPr lang="en-US" dirty="0"/>
          </a:p>
          <a:p>
            <a:r>
              <a:rPr lang="en-US" dirty="0">
                <a:hlinkClick r:id="rId3"/>
              </a:rPr>
              <a:t>https://www.pexels.com/photo/multi-cultural-people-3184419/</a:t>
            </a:r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9513364B-EC2E-4947-A677-4F4E473B24CF}" type="slidenum">
              <a:rPr lang="en-US" smtClean="0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64850558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">
    <p:bg>
      <p:bgPr>
        <a:solidFill>
          <a:schemeClr val="accent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1305364701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2">
    <p:bg>
      <p:bgPr>
        <a:solidFill>
          <a:schemeClr val="accent4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icture Placeholder 8">
            <a:extLst>
              <a:ext uri="{FF2B5EF4-FFF2-40B4-BE49-F238E27FC236}">
                <a16:creationId xmlns:a16="http://schemas.microsoft.com/office/drawing/2014/main" id="{453F7C10-6754-4697-8BAA-72395B4ECB30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653687" y="1193799"/>
            <a:ext cx="5160100" cy="4470402"/>
          </a:xfrm>
          <a:custGeom>
            <a:avLst/>
            <a:gdLst>
              <a:gd name="connsiteX0" fmla="*/ 1556809 w 5160100"/>
              <a:gd name="connsiteY0" fmla="*/ 17 h 4470402"/>
              <a:gd name="connsiteX1" fmla="*/ 3051436 w 5160100"/>
              <a:gd name="connsiteY1" fmla="*/ 208319 h 4470402"/>
              <a:gd name="connsiteX2" fmla="*/ 5160100 w 5160100"/>
              <a:gd name="connsiteY2" fmla="*/ 2130755 h 4470402"/>
              <a:gd name="connsiteX3" fmla="*/ 3747732 w 5160100"/>
              <a:gd name="connsiteY3" fmla="*/ 3536530 h 4470402"/>
              <a:gd name="connsiteX4" fmla="*/ 370903 w 5160100"/>
              <a:gd name="connsiteY4" fmla="*/ 4101807 h 4470402"/>
              <a:gd name="connsiteX5" fmla="*/ 563723 w 5160100"/>
              <a:gd name="connsiteY5" fmla="*/ 1372658 h 4470402"/>
              <a:gd name="connsiteX6" fmla="*/ 1556809 w 5160100"/>
              <a:gd name="connsiteY6" fmla="*/ 17 h 447040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5160100" h="4470402">
                <a:moveTo>
                  <a:pt x="1556809" y="17"/>
                </a:moveTo>
                <a:cubicBezTo>
                  <a:pt x="1926746" y="1162"/>
                  <a:pt x="2413877" y="63575"/>
                  <a:pt x="3051436" y="208319"/>
                </a:cubicBezTo>
                <a:cubicBezTo>
                  <a:pt x="3051436" y="208319"/>
                  <a:pt x="5160100" y="635985"/>
                  <a:pt x="5160100" y="2130755"/>
                </a:cubicBezTo>
                <a:cubicBezTo>
                  <a:pt x="5160100" y="3625524"/>
                  <a:pt x="4319601" y="3364310"/>
                  <a:pt x="3747732" y="3536530"/>
                </a:cubicBezTo>
                <a:cubicBezTo>
                  <a:pt x="3167622" y="3711222"/>
                  <a:pt x="1394334" y="5125238"/>
                  <a:pt x="370903" y="4101807"/>
                </a:cubicBezTo>
                <a:cubicBezTo>
                  <a:pt x="-652528" y="3078376"/>
                  <a:pt x="791153" y="2255182"/>
                  <a:pt x="563723" y="1372658"/>
                </a:cubicBezTo>
                <a:cubicBezTo>
                  <a:pt x="409220" y="773313"/>
                  <a:pt x="235605" y="-4073"/>
                  <a:pt x="1556809" y="17"/>
                </a:cubicBezTo>
                <a:close/>
              </a:path>
            </a:pathLst>
          </a:custGeom>
          <a:solidFill>
            <a:schemeClr val="bg1">
              <a:lumMod val="85000"/>
            </a:schemeClr>
          </a:solidFill>
        </p:spPr>
        <p:txBody>
          <a:bodyPr wrap="square">
            <a:noAutofit/>
          </a:bodyPr>
          <a:lstStyle>
            <a:lvl1pPr>
              <a:defRPr sz="1600"/>
            </a:lvl1pPr>
          </a:lstStyle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95984507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3"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68975929"/>
      </p:ext>
    </p:extLst>
  </p:cSld>
  <p:clrMapOvr>
    <a:masterClrMapping/>
  </p:clrMapOvr>
  <p:extLst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2C75D12F-951A-491A-82AD-D005DEDF7FF5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7270750" y="854075"/>
            <a:ext cx="3857625" cy="2447925"/>
          </a:xfrm>
          <a:prstGeom prst="roundRect">
            <a:avLst>
              <a:gd name="adj" fmla="val 5253"/>
            </a:avLst>
          </a:prstGeo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08348012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5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5CCE2DAF-4EBE-446C-B3B8-5CF47DADD25B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0" y="0"/>
            <a:ext cx="12192000" cy="6858000"/>
          </a:xfrm>
          <a:solidFill>
            <a:schemeClr val="bg1">
              <a:lumMod val="85000"/>
            </a:schemeClr>
          </a:solidFill>
        </p:spPr>
        <p:txBody>
          <a:bodyPr/>
          <a:lstStyle/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925748983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6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4">
            <a:extLst>
              <a:ext uri="{FF2B5EF4-FFF2-40B4-BE49-F238E27FC236}">
                <a16:creationId xmlns:a16="http://schemas.microsoft.com/office/drawing/2014/main" id="{B95C33DA-CF01-4FCB-81DD-A1745BCC7B7D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5318760" y="2226460"/>
            <a:ext cx="1554480" cy="15544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ID" dirty="0"/>
          </a:p>
        </p:txBody>
      </p:sp>
      <p:sp>
        <p:nvSpPr>
          <p:cNvPr id="8" name="Picture Placeholder 4">
            <a:extLst>
              <a:ext uri="{FF2B5EF4-FFF2-40B4-BE49-F238E27FC236}">
                <a16:creationId xmlns:a16="http://schemas.microsoft.com/office/drawing/2014/main" id="{B37DFD9D-B587-4ECA-AC7F-2C0241D11D2B}"/>
              </a:ext>
            </a:extLst>
          </p:cNvPr>
          <p:cNvSpPr>
            <a:spLocks noGrp="1"/>
          </p:cNvSpPr>
          <p:nvPr>
            <p:ph type="pic" sz="quarter" idx="11"/>
          </p:nvPr>
        </p:nvSpPr>
        <p:spPr>
          <a:xfrm>
            <a:off x="8695120" y="2226460"/>
            <a:ext cx="1554480" cy="15544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ID" dirty="0"/>
          </a:p>
        </p:txBody>
      </p:sp>
      <p:sp>
        <p:nvSpPr>
          <p:cNvPr id="9" name="Picture Placeholder 4">
            <a:extLst>
              <a:ext uri="{FF2B5EF4-FFF2-40B4-BE49-F238E27FC236}">
                <a16:creationId xmlns:a16="http://schemas.microsoft.com/office/drawing/2014/main" id="{64B44114-6289-49F2-BAB4-64B6662D2194}"/>
              </a:ext>
            </a:extLst>
          </p:cNvPr>
          <p:cNvSpPr>
            <a:spLocks noGrp="1"/>
          </p:cNvSpPr>
          <p:nvPr>
            <p:ph type="pic" sz="quarter" idx="12"/>
          </p:nvPr>
        </p:nvSpPr>
        <p:spPr>
          <a:xfrm>
            <a:off x="1953130" y="2226460"/>
            <a:ext cx="1554480" cy="1554480"/>
          </a:xfrm>
          <a:prstGeom prst="ellipse">
            <a:avLst/>
          </a:prstGeom>
          <a:solidFill>
            <a:schemeClr val="bg1">
              <a:lumMod val="85000"/>
            </a:schemeClr>
          </a:solidFill>
        </p:spPr>
        <p:txBody>
          <a:bodyPr>
            <a:normAutofit/>
          </a:bodyPr>
          <a:lstStyle>
            <a:lvl1pPr>
              <a:defRPr sz="1600"/>
            </a:lvl1pPr>
          </a:lstStyle>
          <a:p>
            <a:endParaRPr lang="en-ID" dirty="0"/>
          </a:p>
        </p:txBody>
      </p:sp>
    </p:spTree>
    <p:extLst>
      <p:ext uri="{BB962C8B-B14F-4D97-AF65-F5344CB8AC3E}">
        <p14:creationId xmlns:p14="http://schemas.microsoft.com/office/powerpoint/2010/main" val="342650593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extLst>
    <p:ext uri="{DCECCB84-F9BA-43D5-87BE-67443E8EF086}">
      <p15:sldGuideLst xmlns:p15="http://schemas.microsoft.com/office/powerpoint/2012/main">
        <p15:guide id="1" pos="3840" userDrawn="1">
          <p15:clr>
            <a:srgbClr val="FBAE40"/>
          </p15:clr>
        </p15:guide>
        <p15:guide id="2" orient="horz" pos="2160" userDrawn="1">
          <p15:clr>
            <a:srgbClr val="FBAE40"/>
          </p15:clr>
        </p15:guide>
      </p15:sldGuideLst>
    </p:ext>
  </p:extLs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3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Picture Placeholder 3">
            <a:extLst>
              <a:ext uri="{FF2B5EF4-FFF2-40B4-BE49-F238E27FC236}">
                <a16:creationId xmlns:a16="http://schemas.microsoft.com/office/drawing/2014/main" id="{6B2EDA14-4A00-4D94-B0C2-0F6F8D6ED7D7}"/>
              </a:ext>
            </a:extLst>
          </p:cNvPr>
          <p:cNvSpPr>
            <a:spLocks noGrp="1"/>
          </p:cNvSpPr>
          <p:nvPr>
            <p:ph type="pic" sz="quarter" idx="10"/>
          </p:nvPr>
        </p:nvSpPr>
        <p:spPr>
          <a:xfrm>
            <a:off x="4210050" y="673100"/>
            <a:ext cx="3771900" cy="5511800"/>
          </a:xfrm>
          <a:prstGeom prst="rect">
            <a:avLst/>
          </a:prstGeom>
          <a:solidFill>
            <a:schemeClr val="bg1">
              <a:lumMod val="85000"/>
            </a:schemeClr>
          </a:solidFill>
          <a:effectLst/>
        </p:spPr>
        <p:txBody>
          <a:bodyPr/>
          <a:lstStyle>
            <a:lvl1pPr>
              <a:defRPr sz="2000">
                <a:latin typeface="+mn-lt"/>
                <a:cs typeface="Arial" panose="020B0604020202020204" pitchFamily="34" charset="0"/>
              </a:defRPr>
            </a:lvl1pPr>
          </a:lstStyle>
          <a:p>
            <a:endParaRPr lang="en-ID"/>
          </a:p>
        </p:txBody>
      </p:sp>
    </p:spTree>
    <p:extLst>
      <p:ext uri="{BB962C8B-B14F-4D97-AF65-F5344CB8AC3E}">
        <p14:creationId xmlns:p14="http://schemas.microsoft.com/office/powerpoint/2010/main" val="2392760771"/>
      </p:ext>
    </p:extLst>
  </p:cSld>
  <p:clrMapOvr>
    <a:masterClrMapping/>
  </p:clrMapOvr>
  <p:extLst mod="1">
    <p:ext uri="{DCECCB84-F9BA-43D5-87BE-67443E8EF086}">
      <p15:sldGuideLst xmlns:p15="http://schemas.microsoft.com/office/powerpoint/2012/main">
        <p15:guide id="1" pos="3840">
          <p15:clr>
            <a:srgbClr val="FBAE40"/>
          </p15:clr>
        </p15:guide>
        <p15:guide id="2" orient="horz" pos="2160">
          <p15:clr>
            <a:srgbClr val="FBAE40"/>
          </p15:clr>
        </p15:guide>
      </p15:sldGuideLst>
    </p:ext>
  </p:extLs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2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45339275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10" Type="http://schemas.openxmlformats.org/officeDocument/2006/relationships/hyperlink" Target="https://www.free-power-point-templates.com/" TargetMode="External"/><Relationship Id="rId4" Type="http://schemas.openxmlformats.org/officeDocument/2006/relationships/slideLayout" Target="../slideLayouts/slideLayout4.xml"/><Relationship Id="rId9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D38E001-78FE-4044-A3ED-ABFE232206FA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CEA03C7-501E-4308-8ABF-1F1F3581275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FB1058B6-2636-4C01-B60E-7BC56E2CD9E4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8729A4C7-59E9-4386-A743-CD7DD21902F7}" type="datetimeFigureOut">
              <a:rPr lang="en-US" smtClean="0"/>
              <a:t>6/3/2026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8BDCC362-953B-40CB-BDA5-04E896DE178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1C9A8268-FA3B-4C26-870F-E481E61692AE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94395169-E986-404D-90DB-D7F8E555EDCD}" type="slidenum">
              <a:rPr lang="en-US" smtClean="0"/>
              <a:t>‹#›</a:t>
            </a:fld>
            <a:endParaRPr lang="en-US"/>
          </a:p>
        </p:txBody>
      </p:sp>
      <p:sp>
        <p:nvSpPr>
          <p:cNvPr id="7" name="TextBox 6">
            <a:extLst>
              <a:ext uri="{FF2B5EF4-FFF2-40B4-BE49-F238E27FC236}">
                <a16:creationId xmlns:a16="http://schemas.microsoft.com/office/drawing/2014/main" id="{060B6FDF-0A9C-DA84-5BBA-70E71608EBA0}"/>
              </a:ext>
            </a:extLst>
          </p:cNvPr>
          <p:cNvSpPr txBox="1"/>
          <p:nvPr userDrawn="1"/>
        </p:nvSpPr>
        <p:spPr>
          <a:xfrm>
            <a:off x="-46180" y="6889888"/>
            <a:ext cx="6096000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200">
                <a:solidFill>
                  <a:schemeClr val="bg1">
                    <a:lumMod val="65000"/>
                  </a:schemeClr>
                </a:solidFill>
                <a:hlinkClick r:id="rId10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https://www.free-power-point-templates.com/</a:t>
            </a:r>
            <a:endParaRPr lang="en-US" sz="1200">
              <a:solidFill>
                <a:schemeClr val="bg1">
                  <a:lumMod val="65000"/>
                </a:schemeClr>
              </a:solidFill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771DA45F-F222-DDCF-B41E-BBCA238D203C}"/>
              </a:ext>
            </a:extLst>
          </p:cNvPr>
          <p:cNvSpPr txBox="1"/>
          <p:nvPr userDrawn="1"/>
        </p:nvSpPr>
        <p:spPr>
          <a:xfrm>
            <a:off x="11042213" y="6889887"/>
            <a:ext cx="1206062" cy="27699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n-US" sz="1200">
                <a:solidFill>
                  <a:schemeClr val="bg1">
                    <a:lumMod val="65000"/>
                  </a:schemeClr>
                </a:solidFill>
              </a:rPr>
              <a:t>FPPT.com</a:t>
            </a:r>
          </a:p>
        </p:txBody>
      </p:sp>
    </p:spTree>
    <p:extLst>
      <p:ext uri="{BB962C8B-B14F-4D97-AF65-F5344CB8AC3E}">
        <p14:creationId xmlns:p14="http://schemas.microsoft.com/office/powerpoint/2010/main" val="199953102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50" r:id="rId1"/>
    <p:sldLayoutId id="2147483652" r:id="rId2"/>
    <p:sldLayoutId id="2147483653" r:id="rId3"/>
    <p:sldLayoutId id="2147483654" r:id="rId4"/>
    <p:sldLayoutId id="2147483655" r:id="rId5"/>
    <p:sldLayoutId id="2147483656" r:id="rId6"/>
    <p:sldLayoutId id="2147483657" r:id="rId7"/>
    <p:sldLayoutId id="2147483658" r:id="rId8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4.png"/><Relationship Id="rId5" Type="http://schemas.openxmlformats.org/officeDocument/2006/relationships/image" Target="../media/image3.png"/><Relationship Id="rId4" Type="http://schemas.openxmlformats.org/officeDocument/2006/relationships/image" Target="../media/image2.sv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6.xml"/><Relationship Id="rId5" Type="http://schemas.openxmlformats.org/officeDocument/2006/relationships/image" Target="../media/image7.jpg"/><Relationship Id="rId4" Type="http://schemas.openxmlformats.org/officeDocument/2006/relationships/image" Target="../media/image6.sv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sv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svg"/><Relationship Id="rId4" Type="http://schemas.openxmlformats.org/officeDocument/2006/relationships/image" Target="../media/image10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8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pn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5.png"/><Relationship Id="rId4" Type="http://schemas.openxmlformats.org/officeDocument/2006/relationships/image" Target="../media/image14.sv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7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7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7.pn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4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8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8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6.xml"/><Relationship Id="rId4" Type="http://schemas.openxmlformats.org/officeDocument/2006/relationships/image" Target="../media/image6.sv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8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jp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5.xml"/><Relationship Id="rId6" Type="http://schemas.openxmlformats.org/officeDocument/2006/relationships/image" Target="../media/image22.png"/><Relationship Id="rId5" Type="http://schemas.openxmlformats.org/officeDocument/2006/relationships/image" Target="../media/image21.svg"/><Relationship Id="rId4" Type="http://schemas.openxmlformats.org/officeDocument/2006/relationships/image" Target="../media/image2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80E9FB1-E7C3-484F-B0FA-0659AB73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4" y="2878662"/>
            <a:ext cx="12192004" cy="4052865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A3A2F9CE-A4E0-48B9-961C-357F02D842F6}"/>
              </a:ext>
            </a:extLst>
          </p:cNvPr>
          <p:cNvSpPr txBox="1"/>
          <p:nvPr/>
        </p:nvSpPr>
        <p:spPr>
          <a:xfrm>
            <a:off x="1411570" y="692134"/>
            <a:ext cx="550358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rgbClr val="FFFF00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GRide</a:t>
            </a:r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QuickBite</a:t>
            </a:r>
          </a:p>
        </p:txBody>
      </p:sp>
      <p:sp>
        <p:nvSpPr>
          <p:cNvPr id="342" name="TextBox 341">
            <a:extLst>
              <a:ext uri="{FF2B5EF4-FFF2-40B4-BE49-F238E27FC236}">
                <a16:creationId xmlns:a16="http://schemas.microsoft.com/office/drawing/2014/main" id="{86284AFB-15B2-47B9-B5C2-83325468B19F}"/>
              </a:ext>
            </a:extLst>
          </p:cNvPr>
          <p:cNvSpPr txBox="1"/>
          <p:nvPr/>
        </p:nvSpPr>
        <p:spPr>
          <a:xfrm>
            <a:off x="1564523" y="3060145"/>
            <a:ext cx="4162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NO </a:t>
            </a:r>
            <a: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WAIT</a:t>
            </a:r>
            <a:r>
              <a:rPr lang="en-US" sz="2000" b="1" spc="300" dirty="0">
                <a:solidFill>
                  <a:schemeClr val="bg1"/>
                </a:solidFill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 NO </a:t>
            </a:r>
            <a: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LATE</a:t>
            </a:r>
            <a:endParaRPr lang="en-US" sz="2000" spc="300" dirty="0">
              <a:latin typeface="Arial Black" panose="020B0A04020102020204" pitchFamily="34" charset="0"/>
              <a:ea typeface="Verdana" panose="020B0604030504040204" pitchFamily="34" charset="0"/>
              <a:cs typeface="Open Sans" panose="020B0606030504020204" pitchFamily="34" charset="0"/>
            </a:endParaRP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9979BD7-FF70-4C93-9554-85A09FE543FA}"/>
              </a:ext>
            </a:extLst>
          </p:cNvPr>
          <p:cNvSpPr txBox="1"/>
          <p:nvPr/>
        </p:nvSpPr>
        <p:spPr>
          <a:xfrm>
            <a:off x="947467" y="1678333"/>
            <a:ext cx="5662345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600" b="1" dirty="0">
                <a:solidFill>
                  <a:schemeClr val="bg1"/>
                </a:solidFill>
              </a:rPr>
              <a:t>Fast Food Ordering System for Everywhere Anywhere</a:t>
            </a:r>
            <a:endParaRPr lang="en-US" sz="3600" b="1" spc="300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1026" name="Picture 2" descr="BNU - Apps on Google Play">
            <a:extLst>
              <a:ext uri="{FF2B5EF4-FFF2-40B4-BE49-F238E27FC236}">
                <a16:creationId xmlns:a16="http://schemas.microsoft.com/office/drawing/2014/main" id="{8B75CDBC-B132-4AC9-BFB4-6814B85276F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26576" t="4170" r="26026" b="9090"/>
          <a:stretch/>
        </p:blipFill>
        <p:spPr bwMode="auto">
          <a:xfrm>
            <a:off x="627253" y="718416"/>
            <a:ext cx="784317" cy="778434"/>
          </a:xfrm>
          <a:prstGeom prst="roundRect">
            <a:avLst/>
          </a:prstGeom>
          <a:noFill/>
          <a:ln>
            <a:noFill/>
          </a:ln>
          <a:effectLst>
            <a:outerShdw blurRad="57785" dist="33020" dir="318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brightRoom" dir="t">
              <a:rot lat="0" lon="0" rev="600000"/>
            </a:lightRig>
          </a:scene3d>
          <a:sp3d prstMaterial="metal">
            <a:bevelT w="38100" h="57150" prst="angle"/>
          </a:sp3d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8" name="Rectangle: Rounded Corners 7">
            <a:extLst>
              <a:ext uri="{FF2B5EF4-FFF2-40B4-BE49-F238E27FC236}">
                <a16:creationId xmlns:a16="http://schemas.microsoft.com/office/drawing/2014/main" id="{86CA8ED0-06CD-441E-B1BA-90C69E2E2D86}"/>
              </a:ext>
            </a:extLst>
          </p:cNvPr>
          <p:cNvSpPr>
            <a:spLocks noChangeAspect="1"/>
          </p:cNvSpPr>
          <p:nvPr/>
        </p:nvSpPr>
        <p:spPr>
          <a:xfrm>
            <a:off x="150956" y="6198374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BD323C55-CB4E-4F02-BE15-D8EDE46F7FBA}"/>
              </a:ext>
            </a:extLst>
          </p:cNvPr>
          <p:cNvSpPr txBox="1"/>
          <p:nvPr/>
        </p:nvSpPr>
        <p:spPr>
          <a:xfrm>
            <a:off x="1564523" y="3779284"/>
            <a:ext cx="416213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endParaRPr lang="en-US" sz="2000" spc="300" dirty="0">
              <a:latin typeface="Arial Black" panose="020B0A04020102020204" pitchFamily="34" charset="0"/>
              <a:ea typeface="Verdana" panose="020B0604030504040204" pitchFamily="34" charset="0"/>
              <a:cs typeface="Open Sans" panose="020B0606030504020204" pitchFamily="34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FD1D5DE2-7B9F-46F0-B91A-C5F895242F62}"/>
              </a:ext>
            </a:extLst>
          </p:cNvPr>
          <p:cNvSpPr txBox="1"/>
          <p:nvPr/>
        </p:nvSpPr>
        <p:spPr>
          <a:xfrm>
            <a:off x="1411569" y="5731351"/>
            <a:ext cx="477015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rgbClr val="FFC000"/>
                </a:solidFill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INSTRUCTOR</a:t>
            </a:r>
            <a: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:</a:t>
            </a:r>
            <a:b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</a:br>
            <a: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SIR NOUMAN SYED</a:t>
            </a:r>
            <a:b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</a:br>
            <a:r>
              <a:rPr lang="en-US" sz="2000" b="1" spc="300" dirty="0">
                <a:latin typeface="Arial Black" panose="020B0A04020102020204" pitchFamily="34" charset="0"/>
                <a:ea typeface="Verdana" panose="020B0604030504040204" pitchFamily="34" charset="0"/>
                <a:cs typeface="Open Sans" panose="020B0606030504020204" pitchFamily="34" charset="0"/>
              </a:rPr>
              <a:t>SIR ALI HAFEEZ MALIK</a:t>
            </a:r>
            <a:endParaRPr lang="en-US" sz="2000" spc="300" dirty="0">
              <a:latin typeface="Arial Black" panose="020B0A04020102020204" pitchFamily="34" charset="0"/>
              <a:ea typeface="Verdana" panose="020B0604030504040204" pitchFamily="34" charset="0"/>
              <a:cs typeface="Open Sans" panose="020B0606030504020204" pitchFamily="34" charset="0"/>
            </a:endParaRPr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F08A4072-67B0-4ABC-9251-61E422CDA985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364392" y="448372"/>
            <a:ext cx="5548331" cy="5198945"/>
          </a:xfrm>
          <a:prstGeom prst="rect">
            <a:avLst/>
          </a:prstGeom>
          <a:ln>
            <a:noFill/>
          </a:ln>
          <a:effectLst>
            <a:outerShdw blurRad="292100" dist="139700" dir="2700000" algn="tl" rotWithShape="0">
              <a:srgbClr val="333333">
                <a:alpha val="65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720091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accent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Graphic 2">
            <a:extLst>
              <a:ext uri="{FF2B5EF4-FFF2-40B4-BE49-F238E27FC236}">
                <a16:creationId xmlns:a16="http://schemas.microsoft.com/office/drawing/2014/main" id="{DC23E7B4-1729-4377-AB88-9B7470D6AE7C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0" y="0"/>
            <a:ext cx="12192002" cy="3509010"/>
          </a:xfrm>
          <a:prstGeom prst="rect">
            <a:avLst/>
          </a:prstGeom>
        </p:spPr>
      </p:pic>
      <p:sp>
        <p:nvSpPr>
          <p:cNvPr id="108" name="Freeform 5">
            <a:extLst>
              <a:ext uri="{FF2B5EF4-FFF2-40B4-BE49-F238E27FC236}">
                <a16:creationId xmlns:a16="http://schemas.microsoft.com/office/drawing/2014/main" id="{E513D81B-EA6F-4841-A093-4BE9666583E0}"/>
              </a:ext>
            </a:extLst>
          </p:cNvPr>
          <p:cNvSpPr>
            <a:spLocks noEditPoints="1"/>
          </p:cNvSpPr>
          <p:nvPr/>
        </p:nvSpPr>
        <p:spPr bwMode="auto">
          <a:xfrm rot="10800000">
            <a:off x="199831" y="4533164"/>
            <a:ext cx="338138" cy="265113"/>
          </a:xfrm>
          <a:custGeom>
            <a:avLst/>
            <a:gdLst>
              <a:gd name="T0" fmla="*/ 5 w 121"/>
              <a:gd name="T1" fmla="*/ 94 h 94"/>
              <a:gd name="T2" fmla="*/ 5 w 121"/>
              <a:gd name="T3" fmla="*/ 87 h 94"/>
              <a:gd name="T4" fmla="*/ 27 w 121"/>
              <a:gd name="T5" fmla="*/ 70 h 94"/>
              <a:gd name="T6" fmla="*/ 36 w 121"/>
              <a:gd name="T7" fmla="*/ 46 h 94"/>
              <a:gd name="T8" fmla="*/ 35 w 121"/>
              <a:gd name="T9" fmla="*/ 42 h 94"/>
              <a:gd name="T10" fmla="*/ 34 w 121"/>
              <a:gd name="T11" fmla="*/ 41 h 94"/>
              <a:gd name="T12" fmla="*/ 31 w 121"/>
              <a:gd name="T13" fmla="*/ 43 h 94"/>
              <a:gd name="T14" fmla="*/ 20 w 121"/>
              <a:gd name="T15" fmla="*/ 46 h 94"/>
              <a:gd name="T16" fmla="*/ 6 w 121"/>
              <a:gd name="T17" fmla="*/ 39 h 94"/>
              <a:gd name="T18" fmla="*/ 0 w 121"/>
              <a:gd name="T19" fmla="*/ 24 h 94"/>
              <a:gd name="T20" fmla="*/ 7 w 121"/>
              <a:gd name="T21" fmla="*/ 7 h 94"/>
              <a:gd name="T22" fmla="*/ 24 w 121"/>
              <a:gd name="T23" fmla="*/ 0 h 94"/>
              <a:gd name="T24" fmla="*/ 44 w 121"/>
              <a:gd name="T25" fmla="*/ 10 h 94"/>
              <a:gd name="T26" fmla="*/ 53 w 121"/>
              <a:gd name="T27" fmla="*/ 35 h 94"/>
              <a:gd name="T28" fmla="*/ 41 w 121"/>
              <a:gd name="T29" fmla="*/ 70 h 94"/>
              <a:gd name="T30" fmla="*/ 5 w 121"/>
              <a:gd name="T31" fmla="*/ 94 h 94"/>
              <a:gd name="T32" fmla="*/ 72 w 121"/>
              <a:gd name="T33" fmla="*/ 94 h 94"/>
              <a:gd name="T34" fmla="*/ 72 w 121"/>
              <a:gd name="T35" fmla="*/ 87 h 94"/>
              <a:gd name="T36" fmla="*/ 95 w 121"/>
              <a:gd name="T37" fmla="*/ 70 h 94"/>
              <a:gd name="T38" fmla="*/ 103 w 121"/>
              <a:gd name="T39" fmla="*/ 46 h 94"/>
              <a:gd name="T40" fmla="*/ 102 w 121"/>
              <a:gd name="T41" fmla="*/ 42 h 94"/>
              <a:gd name="T42" fmla="*/ 101 w 121"/>
              <a:gd name="T43" fmla="*/ 41 h 94"/>
              <a:gd name="T44" fmla="*/ 99 w 121"/>
              <a:gd name="T45" fmla="*/ 43 h 94"/>
              <a:gd name="T46" fmla="*/ 88 w 121"/>
              <a:gd name="T47" fmla="*/ 46 h 94"/>
              <a:gd name="T48" fmla="*/ 73 w 121"/>
              <a:gd name="T49" fmla="*/ 39 h 94"/>
              <a:gd name="T50" fmla="*/ 67 w 121"/>
              <a:gd name="T51" fmla="*/ 24 h 94"/>
              <a:gd name="T52" fmla="*/ 74 w 121"/>
              <a:gd name="T53" fmla="*/ 7 h 94"/>
              <a:gd name="T54" fmla="*/ 92 w 121"/>
              <a:gd name="T55" fmla="*/ 0 h 94"/>
              <a:gd name="T56" fmla="*/ 112 w 121"/>
              <a:gd name="T57" fmla="*/ 10 h 94"/>
              <a:gd name="T58" fmla="*/ 121 w 121"/>
              <a:gd name="T59" fmla="*/ 35 h 94"/>
              <a:gd name="T60" fmla="*/ 109 w 121"/>
              <a:gd name="T61" fmla="*/ 70 h 94"/>
              <a:gd name="T62" fmla="*/ 72 w 121"/>
              <a:gd name="T63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1" h="94">
                <a:moveTo>
                  <a:pt x="5" y="94"/>
                </a:moveTo>
                <a:cubicBezTo>
                  <a:pt x="5" y="87"/>
                  <a:pt x="5" y="87"/>
                  <a:pt x="5" y="87"/>
                </a:cubicBezTo>
                <a:cubicBezTo>
                  <a:pt x="14" y="83"/>
                  <a:pt x="22" y="78"/>
                  <a:pt x="27" y="70"/>
                </a:cubicBezTo>
                <a:cubicBezTo>
                  <a:pt x="33" y="62"/>
                  <a:pt x="36" y="54"/>
                  <a:pt x="36" y="46"/>
                </a:cubicBezTo>
                <a:cubicBezTo>
                  <a:pt x="36" y="44"/>
                  <a:pt x="35" y="43"/>
                  <a:pt x="35" y="42"/>
                </a:cubicBezTo>
                <a:cubicBezTo>
                  <a:pt x="34" y="42"/>
                  <a:pt x="34" y="41"/>
                  <a:pt x="34" y="41"/>
                </a:cubicBezTo>
                <a:cubicBezTo>
                  <a:pt x="33" y="41"/>
                  <a:pt x="32" y="42"/>
                  <a:pt x="31" y="43"/>
                </a:cubicBezTo>
                <a:cubicBezTo>
                  <a:pt x="28" y="45"/>
                  <a:pt x="25" y="46"/>
                  <a:pt x="20" y="46"/>
                </a:cubicBezTo>
                <a:cubicBezTo>
                  <a:pt x="15" y="46"/>
                  <a:pt x="10" y="44"/>
                  <a:pt x="6" y="39"/>
                </a:cubicBezTo>
                <a:cubicBezTo>
                  <a:pt x="2" y="35"/>
                  <a:pt x="0" y="30"/>
                  <a:pt x="0" y="24"/>
                </a:cubicBezTo>
                <a:cubicBezTo>
                  <a:pt x="0" y="17"/>
                  <a:pt x="2" y="12"/>
                  <a:pt x="7" y="7"/>
                </a:cubicBezTo>
                <a:cubicBezTo>
                  <a:pt x="11" y="2"/>
                  <a:pt x="17" y="0"/>
                  <a:pt x="24" y="0"/>
                </a:cubicBezTo>
                <a:cubicBezTo>
                  <a:pt x="32" y="0"/>
                  <a:pt x="39" y="3"/>
                  <a:pt x="44" y="10"/>
                </a:cubicBezTo>
                <a:cubicBezTo>
                  <a:pt x="50" y="16"/>
                  <a:pt x="53" y="25"/>
                  <a:pt x="53" y="35"/>
                </a:cubicBezTo>
                <a:cubicBezTo>
                  <a:pt x="53" y="48"/>
                  <a:pt x="49" y="59"/>
                  <a:pt x="41" y="70"/>
                </a:cubicBezTo>
                <a:cubicBezTo>
                  <a:pt x="34" y="80"/>
                  <a:pt x="21" y="88"/>
                  <a:pt x="5" y="94"/>
                </a:cubicBezTo>
                <a:close/>
                <a:moveTo>
                  <a:pt x="72" y="94"/>
                </a:moveTo>
                <a:cubicBezTo>
                  <a:pt x="72" y="87"/>
                  <a:pt x="72" y="87"/>
                  <a:pt x="72" y="87"/>
                </a:cubicBezTo>
                <a:cubicBezTo>
                  <a:pt x="82" y="83"/>
                  <a:pt x="89" y="78"/>
                  <a:pt x="95" y="70"/>
                </a:cubicBezTo>
                <a:cubicBezTo>
                  <a:pt x="100" y="62"/>
                  <a:pt x="103" y="54"/>
                  <a:pt x="103" y="46"/>
                </a:cubicBezTo>
                <a:cubicBezTo>
                  <a:pt x="103" y="44"/>
                  <a:pt x="103" y="43"/>
                  <a:pt x="102" y="42"/>
                </a:cubicBezTo>
                <a:cubicBezTo>
                  <a:pt x="102" y="42"/>
                  <a:pt x="102" y="41"/>
                  <a:pt x="101" y="41"/>
                </a:cubicBezTo>
                <a:cubicBezTo>
                  <a:pt x="101" y="41"/>
                  <a:pt x="100" y="42"/>
                  <a:pt x="99" y="43"/>
                </a:cubicBezTo>
                <a:cubicBezTo>
                  <a:pt x="96" y="45"/>
                  <a:pt x="92" y="46"/>
                  <a:pt x="88" y="46"/>
                </a:cubicBezTo>
                <a:cubicBezTo>
                  <a:pt x="82" y="46"/>
                  <a:pt x="78" y="44"/>
                  <a:pt x="73" y="39"/>
                </a:cubicBezTo>
                <a:cubicBezTo>
                  <a:pt x="69" y="35"/>
                  <a:pt x="67" y="30"/>
                  <a:pt x="67" y="24"/>
                </a:cubicBezTo>
                <a:cubicBezTo>
                  <a:pt x="67" y="17"/>
                  <a:pt x="70" y="12"/>
                  <a:pt x="74" y="7"/>
                </a:cubicBezTo>
                <a:cubicBezTo>
                  <a:pt x="79" y="2"/>
                  <a:pt x="85" y="0"/>
                  <a:pt x="92" y="0"/>
                </a:cubicBezTo>
                <a:cubicBezTo>
                  <a:pt x="99" y="0"/>
                  <a:pt x="106" y="3"/>
                  <a:pt x="112" y="10"/>
                </a:cubicBezTo>
                <a:cubicBezTo>
                  <a:pt x="118" y="16"/>
                  <a:pt x="121" y="25"/>
                  <a:pt x="121" y="35"/>
                </a:cubicBezTo>
                <a:cubicBezTo>
                  <a:pt x="121" y="48"/>
                  <a:pt x="117" y="59"/>
                  <a:pt x="109" y="70"/>
                </a:cubicBezTo>
                <a:cubicBezTo>
                  <a:pt x="101" y="80"/>
                  <a:pt x="89" y="88"/>
                  <a:pt x="72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3EDB66-DE5F-412E-8CF6-6DD268B30194}"/>
              </a:ext>
            </a:extLst>
          </p:cNvPr>
          <p:cNvSpPr/>
          <p:nvPr/>
        </p:nvSpPr>
        <p:spPr>
          <a:xfrm rot="10800000">
            <a:off x="9207051" y="5367915"/>
            <a:ext cx="2984947" cy="1490083"/>
          </a:xfrm>
          <a:custGeom>
            <a:avLst/>
            <a:gdLst>
              <a:gd name="connsiteX0" fmla="*/ 0 w 4430316"/>
              <a:gd name="connsiteY0" fmla="*/ 0 h 1798712"/>
              <a:gd name="connsiteX1" fmla="*/ 4430316 w 4430316"/>
              <a:gd name="connsiteY1" fmla="*/ 0 h 1798712"/>
              <a:gd name="connsiteX2" fmla="*/ 4397259 w 4430316"/>
              <a:gd name="connsiteY2" fmla="*/ 70226 h 1798712"/>
              <a:gd name="connsiteX3" fmla="*/ 3737602 w 4430316"/>
              <a:gd name="connsiteY3" fmla="*/ 777089 h 1798712"/>
              <a:gd name="connsiteX4" fmla="*/ 906233 w 4430316"/>
              <a:gd name="connsiteY4" fmla="*/ 1161839 h 1798712"/>
              <a:gd name="connsiteX5" fmla="*/ 1629 w 4430316"/>
              <a:gd name="connsiteY5" fmla="*/ 1798442 h 1798712"/>
              <a:gd name="connsiteX6" fmla="*/ 0 w 4430316"/>
              <a:gd name="connsiteY6" fmla="*/ 1798712 h 17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316" h="1798712">
                <a:moveTo>
                  <a:pt x="0" y="0"/>
                </a:moveTo>
                <a:lnTo>
                  <a:pt x="4430316" y="0"/>
                </a:lnTo>
                <a:lnTo>
                  <a:pt x="4397259" y="70226"/>
                </a:lnTo>
                <a:cubicBezTo>
                  <a:pt x="4247094" y="358115"/>
                  <a:pt x="4013489" y="607612"/>
                  <a:pt x="3737602" y="777089"/>
                </a:cubicBezTo>
                <a:cubicBezTo>
                  <a:pt x="2885385" y="1296619"/>
                  <a:pt x="1743773" y="517864"/>
                  <a:pt x="906233" y="1161839"/>
                </a:cubicBezTo>
                <a:cubicBezTo>
                  <a:pt x="571287" y="1425628"/>
                  <a:pt x="319112" y="1723778"/>
                  <a:pt x="1629" y="1798442"/>
                </a:cubicBezTo>
                <a:lnTo>
                  <a:pt x="0" y="17987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dirty="0">
              <a:solidFill>
                <a:srgbClr val="FFC000"/>
              </a:solidFill>
            </a:endParaRPr>
          </a:p>
        </p:txBody>
      </p:sp>
      <p:sp>
        <p:nvSpPr>
          <p:cNvPr id="14" name="Text Placeholder 10">
            <a:extLst>
              <a:ext uri="{FF2B5EF4-FFF2-40B4-BE49-F238E27FC236}">
                <a16:creationId xmlns:a16="http://schemas.microsoft.com/office/drawing/2014/main" id="{EEC8DFA9-33A5-474B-9F4F-5505A3DF07B6}"/>
              </a:ext>
            </a:extLst>
          </p:cNvPr>
          <p:cNvSpPr txBox="1">
            <a:spLocks/>
          </p:cNvSpPr>
          <p:nvPr/>
        </p:nvSpPr>
        <p:spPr>
          <a:xfrm>
            <a:off x="858188" y="4430226"/>
            <a:ext cx="2090998" cy="4966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Ghulam Rasool</a:t>
            </a:r>
          </a:p>
        </p:txBody>
      </p:sp>
      <p:sp>
        <p:nvSpPr>
          <p:cNvPr id="45" name="Freeform 5">
            <a:extLst>
              <a:ext uri="{FF2B5EF4-FFF2-40B4-BE49-F238E27FC236}">
                <a16:creationId xmlns:a16="http://schemas.microsoft.com/office/drawing/2014/main" id="{0F835122-7003-4F81-9715-6F5EAC1AA10D}"/>
              </a:ext>
            </a:extLst>
          </p:cNvPr>
          <p:cNvSpPr>
            <a:spLocks noEditPoints="1"/>
          </p:cNvSpPr>
          <p:nvPr/>
        </p:nvSpPr>
        <p:spPr bwMode="auto">
          <a:xfrm>
            <a:off x="11428586" y="4629774"/>
            <a:ext cx="338138" cy="265113"/>
          </a:xfrm>
          <a:custGeom>
            <a:avLst/>
            <a:gdLst>
              <a:gd name="T0" fmla="*/ 5 w 121"/>
              <a:gd name="T1" fmla="*/ 94 h 94"/>
              <a:gd name="T2" fmla="*/ 5 w 121"/>
              <a:gd name="T3" fmla="*/ 87 h 94"/>
              <a:gd name="T4" fmla="*/ 27 w 121"/>
              <a:gd name="T5" fmla="*/ 70 h 94"/>
              <a:gd name="T6" fmla="*/ 36 w 121"/>
              <a:gd name="T7" fmla="*/ 46 h 94"/>
              <a:gd name="T8" fmla="*/ 35 w 121"/>
              <a:gd name="T9" fmla="*/ 42 h 94"/>
              <a:gd name="T10" fmla="*/ 34 w 121"/>
              <a:gd name="T11" fmla="*/ 41 h 94"/>
              <a:gd name="T12" fmla="*/ 31 w 121"/>
              <a:gd name="T13" fmla="*/ 43 h 94"/>
              <a:gd name="T14" fmla="*/ 20 w 121"/>
              <a:gd name="T15" fmla="*/ 46 h 94"/>
              <a:gd name="T16" fmla="*/ 6 w 121"/>
              <a:gd name="T17" fmla="*/ 39 h 94"/>
              <a:gd name="T18" fmla="*/ 0 w 121"/>
              <a:gd name="T19" fmla="*/ 24 h 94"/>
              <a:gd name="T20" fmla="*/ 7 w 121"/>
              <a:gd name="T21" fmla="*/ 7 h 94"/>
              <a:gd name="T22" fmla="*/ 24 w 121"/>
              <a:gd name="T23" fmla="*/ 0 h 94"/>
              <a:gd name="T24" fmla="*/ 44 w 121"/>
              <a:gd name="T25" fmla="*/ 10 h 94"/>
              <a:gd name="T26" fmla="*/ 53 w 121"/>
              <a:gd name="T27" fmla="*/ 35 h 94"/>
              <a:gd name="T28" fmla="*/ 41 w 121"/>
              <a:gd name="T29" fmla="*/ 70 h 94"/>
              <a:gd name="T30" fmla="*/ 5 w 121"/>
              <a:gd name="T31" fmla="*/ 94 h 94"/>
              <a:gd name="T32" fmla="*/ 72 w 121"/>
              <a:gd name="T33" fmla="*/ 94 h 94"/>
              <a:gd name="T34" fmla="*/ 72 w 121"/>
              <a:gd name="T35" fmla="*/ 87 h 94"/>
              <a:gd name="T36" fmla="*/ 95 w 121"/>
              <a:gd name="T37" fmla="*/ 70 h 94"/>
              <a:gd name="T38" fmla="*/ 103 w 121"/>
              <a:gd name="T39" fmla="*/ 46 h 94"/>
              <a:gd name="T40" fmla="*/ 102 w 121"/>
              <a:gd name="T41" fmla="*/ 42 h 94"/>
              <a:gd name="T42" fmla="*/ 101 w 121"/>
              <a:gd name="T43" fmla="*/ 41 h 94"/>
              <a:gd name="T44" fmla="*/ 99 w 121"/>
              <a:gd name="T45" fmla="*/ 43 h 94"/>
              <a:gd name="T46" fmla="*/ 88 w 121"/>
              <a:gd name="T47" fmla="*/ 46 h 94"/>
              <a:gd name="T48" fmla="*/ 73 w 121"/>
              <a:gd name="T49" fmla="*/ 39 h 94"/>
              <a:gd name="T50" fmla="*/ 67 w 121"/>
              <a:gd name="T51" fmla="*/ 24 h 94"/>
              <a:gd name="T52" fmla="*/ 74 w 121"/>
              <a:gd name="T53" fmla="*/ 7 h 94"/>
              <a:gd name="T54" fmla="*/ 92 w 121"/>
              <a:gd name="T55" fmla="*/ 0 h 94"/>
              <a:gd name="T56" fmla="*/ 112 w 121"/>
              <a:gd name="T57" fmla="*/ 10 h 94"/>
              <a:gd name="T58" fmla="*/ 121 w 121"/>
              <a:gd name="T59" fmla="*/ 35 h 94"/>
              <a:gd name="T60" fmla="*/ 109 w 121"/>
              <a:gd name="T61" fmla="*/ 70 h 94"/>
              <a:gd name="T62" fmla="*/ 72 w 121"/>
              <a:gd name="T63" fmla="*/ 94 h 94"/>
            </a:gdLst>
            <a:ahLst/>
            <a:cxnLst>
              <a:cxn ang="0">
                <a:pos x="T0" y="T1"/>
              </a:cxn>
              <a:cxn ang="0">
                <a:pos x="T2" y="T3"/>
              </a:cxn>
              <a:cxn ang="0">
                <a:pos x="T4" y="T5"/>
              </a:cxn>
              <a:cxn ang="0">
                <a:pos x="T6" y="T7"/>
              </a:cxn>
              <a:cxn ang="0">
                <a:pos x="T8" y="T9"/>
              </a:cxn>
              <a:cxn ang="0">
                <a:pos x="T10" y="T11"/>
              </a:cxn>
              <a:cxn ang="0">
                <a:pos x="T12" y="T13"/>
              </a:cxn>
              <a:cxn ang="0">
                <a:pos x="T14" y="T15"/>
              </a:cxn>
              <a:cxn ang="0">
                <a:pos x="T16" y="T17"/>
              </a:cxn>
              <a:cxn ang="0">
                <a:pos x="T18" y="T19"/>
              </a:cxn>
              <a:cxn ang="0">
                <a:pos x="T20" y="T21"/>
              </a:cxn>
              <a:cxn ang="0">
                <a:pos x="T22" y="T23"/>
              </a:cxn>
              <a:cxn ang="0">
                <a:pos x="T24" y="T25"/>
              </a:cxn>
              <a:cxn ang="0">
                <a:pos x="T26" y="T27"/>
              </a:cxn>
              <a:cxn ang="0">
                <a:pos x="T28" y="T29"/>
              </a:cxn>
              <a:cxn ang="0">
                <a:pos x="T30" y="T31"/>
              </a:cxn>
              <a:cxn ang="0">
                <a:pos x="T32" y="T33"/>
              </a:cxn>
              <a:cxn ang="0">
                <a:pos x="T34" y="T35"/>
              </a:cxn>
              <a:cxn ang="0">
                <a:pos x="T36" y="T37"/>
              </a:cxn>
              <a:cxn ang="0">
                <a:pos x="T38" y="T39"/>
              </a:cxn>
              <a:cxn ang="0">
                <a:pos x="T40" y="T41"/>
              </a:cxn>
              <a:cxn ang="0">
                <a:pos x="T42" y="T43"/>
              </a:cxn>
              <a:cxn ang="0">
                <a:pos x="T44" y="T45"/>
              </a:cxn>
              <a:cxn ang="0">
                <a:pos x="T46" y="T47"/>
              </a:cxn>
              <a:cxn ang="0">
                <a:pos x="T48" y="T49"/>
              </a:cxn>
              <a:cxn ang="0">
                <a:pos x="T50" y="T51"/>
              </a:cxn>
              <a:cxn ang="0">
                <a:pos x="T52" y="T53"/>
              </a:cxn>
              <a:cxn ang="0">
                <a:pos x="T54" y="T55"/>
              </a:cxn>
              <a:cxn ang="0">
                <a:pos x="T56" y="T57"/>
              </a:cxn>
              <a:cxn ang="0">
                <a:pos x="T58" y="T59"/>
              </a:cxn>
              <a:cxn ang="0">
                <a:pos x="T60" y="T61"/>
              </a:cxn>
              <a:cxn ang="0">
                <a:pos x="T62" y="T63"/>
              </a:cxn>
            </a:cxnLst>
            <a:rect l="0" t="0" r="r" b="b"/>
            <a:pathLst>
              <a:path w="121" h="94">
                <a:moveTo>
                  <a:pt x="5" y="94"/>
                </a:moveTo>
                <a:cubicBezTo>
                  <a:pt x="5" y="87"/>
                  <a:pt x="5" y="87"/>
                  <a:pt x="5" y="87"/>
                </a:cubicBezTo>
                <a:cubicBezTo>
                  <a:pt x="14" y="83"/>
                  <a:pt x="22" y="78"/>
                  <a:pt x="27" y="70"/>
                </a:cubicBezTo>
                <a:cubicBezTo>
                  <a:pt x="33" y="62"/>
                  <a:pt x="36" y="54"/>
                  <a:pt x="36" y="46"/>
                </a:cubicBezTo>
                <a:cubicBezTo>
                  <a:pt x="36" y="44"/>
                  <a:pt x="35" y="43"/>
                  <a:pt x="35" y="42"/>
                </a:cubicBezTo>
                <a:cubicBezTo>
                  <a:pt x="34" y="42"/>
                  <a:pt x="34" y="41"/>
                  <a:pt x="34" y="41"/>
                </a:cubicBezTo>
                <a:cubicBezTo>
                  <a:pt x="33" y="41"/>
                  <a:pt x="32" y="42"/>
                  <a:pt x="31" y="43"/>
                </a:cubicBezTo>
                <a:cubicBezTo>
                  <a:pt x="28" y="45"/>
                  <a:pt x="25" y="46"/>
                  <a:pt x="20" y="46"/>
                </a:cubicBezTo>
                <a:cubicBezTo>
                  <a:pt x="15" y="46"/>
                  <a:pt x="10" y="44"/>
                  <a:pt x="6" y="39"/>
                </a:cubicBezTo>
                <a:cubicBezTo>
                  <a:pt x="2" y="35"/>
                  <a:pt x="0" y="30"/>
                  <a:pt x="0" y="24"/>
                </a:cubicBezTo>
                <a:cubicBezTo>
                  <a:pt x="0" y="17"/>
                  <a:pt x="2" y="12"/>
                  <a:pt x="7" y="7"/>
                </a:cubicBezTo>
                <a:cubicBezTo>
                  <a:pt x="11" y="2"/>
                  <a:pt x="17" y="0"/>
                  <a:pt x="24" y="0"/>
                </a:cubicBezTo>
                <a:cubicBezTo>
                  <a:pt x="32" y="0"/>
                  <a:pt x="39" y="3"/>
                  <a:pt x="44" y="10"/>
                </a:cubicBezTo>
                <a:cubicBezTo>
                  <a:pt x="50" y="16"/>
                  <a:pt x="53" y="25"/>
                  <a:pt x="53" y="35"/>
                </a:cubicBezTo>
                <a:cubicBezTo>
                  <a:pt x="53" y="48"/>
                  <a:pt x="49" y="59"/>
                  <a:pt x="41" y="70"/>
                </a:cubicBezTo>
                <a:cubicBezTo>
                  <a:pt x="34" y="80"/>
                  <a:pt x="21" y="88"/>
                  <a:pt x="5" y="94"/>
                </a:cubicBezTo>
                <a:close/>
                <a:moveTo>
                  <a:pt x="72" y="94"/>
                </a:moveTo>
                <a:cubicBezTo>
                  <a:pt x="72" y="87"/>
                  <a:pt x="72" y="87"/>
                  <a:pt x="72" y="87"/>
                </a:cubicBezTo>
                <a:cubicBezTo>
                  <a:pt x="82" y="83"/>
                  <a:pt x="89" y="78"/>
                  <a:pt x="95" y="70"/>
                </a:cubicBezTo>
                <a:cubicBezTo>
                  <a:pt x="100" y="62"/>
                  <a:pt x="103" y="54"/>
                  <a:pt x="103" y="46"/>
                </a:cubicBezTo>
                <a:cubicBezTo>
                  <a:pt x="103" y="44"/>
                  <a:pt x="103" y="43"/>
                  <a:pt x="102" y="42"/>
                </a:cubicBezTo>
                <a:cubicBezTo>
                  <a:pt x="102" y="42"/>
                  <a:pt x="102" y="41"/>
                  <a:pt x="101" y="41"/>
                </a:cubicBezTo>
                <a:cubicBezTo>
                  <a:pt x="101" y="41"/>
                  <a:pt x="100" y="42"/>
                  <a:pt x="99" y="43"/>
                </a:cubicBezTo>
                <a:cubicBezTo>
                  <a:pt x="96" y="45"/>
                  <a:pt x="92" y="46"/>
                  <a:pt x="88" y="46"/>
                </a:cubicBezTo>
                <a:cubicBezTo>
                  <a:pt x="82" y="46"/>
                  <a:pt x="78" y="44"/>
                  <a:pt x="73" y="39"/>
                </a:cubicBezTo>
                <a:cubicBezTo>
                  <a:pt x="69" y="35"/>
                  <a:pt x="67" y="30"/>
                  <a:pt x="67" y="24"/>
                </a:cubicBezTo>
                <a:cubicBezTo>
                  <a:pt x="67" y="17"/>
                  <a:pt x="70" y="12"/>
                  <a:pt x="74" y="7"/>
                </a:cubicBezTo>
                <a:cubicBezTo>
                  <a:pt x="79" y="2"/>
                  <a:pt x="85" y="0"/>
                  <a:pt x="92" y="0"/>
                </a:cubicBezTo>
                <a:cubicBezTo>
                  <a:pt x="99" y="0"/>
                  <a:pt x="106" y="3"/>
                  <a:pt x="112" y="10"/>
                </a:cubicBezTo>
                <a:cubicBezTo>
                  <a:pt x="118" y="16"/>
                  <a:pt x="121" y="25"/>
                  <a:pt x="121" y="35"/>
                </a:cubicBezTo>
                <a:cubicBezTo>
                  <a:pt x="121" y="48"/>
                  <a:pt x="117" y="59"/>
                  <a:pt x="109" y="70"/>
                </a:cubicBezTo>
                <a:cubicBezTo>
                  <a:pt x="101" y="80"/>
                  <a:pt x="89" y="88"/>
                  <a:pt x="72" y="94"/>
                </a:cubicBezTo>
                <a:close/>
              </a:path>
            </a:pathLst>
          </a:custGeom>
          <a:solidFill>
            <a:schemeClr val="accent1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</a:bodyPr>
          <a:lstStyle/>
          <a:p>
            <a:endParaRPr lang="en-US"/>
          </a:p>
        </p:txBody>
      </p:sp>
      <p:sp>
        <p:nvSpPr>
          <p:cNvPr id="46" name="Text Placeholder 10">
            <a:extLst>
              <a:ext uri="{FF2B5EF4-FFF2-40B4-BE49-F238E27FC236}">
                <a16:creationId xmlns:a16="http://schemas.microsoft.com/office/drawing/2014/main" id="{78F73D8F-DF09-4CF7-A947-E1E102007D65}"/>
              </a:ext>
            </a:extLst>
          </p:cNvPr>
          <p:cNvSpPr txBox="1">
            <a:spLocks/>
          </p:cNvSpPr>
          <p:nvPr/>
        </p:nvSpPr>
        <p:spPr>
          <a:xfrm>
            <a:off x="2939624" y="4429035"/>
            <a:ext cx="2090998" cy="4966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Muizz Dhilion</a:t>
            </a:r>
          </a:p>
        </p:txBody>
      </p:sp>
      <p:sp>
        <p:nvSpPr>
          <p:cNvPr id="55" name="Text Placeholder 10">
            <a:extLst>
              <a:ext uri="{FF2B5EF4-FFF2-40B4-BE49-F238E27FC236}">
                <a16:creationId xmlns:a16="http://schemas.microsoft.com/office/drawing/2014/main" id="{93B79521-7648-4EB5-8FD6-9BFA87FC6BFB}"/>
              </a:ext>
            </a:extLst>
          </p:cNvPr>
          <p:cNvSpPr txBox="1">
            <a:spLocks/>
          </p:cNvSpPr>
          <p:nvPr/>
        </p:nvSpPr>
        <p:spPr>
          <a:xfrm>
            <a:off x="7130179" y="4449583"/>
            <a:ext cx="2090998" cy="4966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Gulab Gohar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1E74F6-F584-4DB9-9020-A67E23DAE43F}"/>
              </a:ext>
            </a:extLst>
          </p:cNvPr>
          <p:cNvSpPr>
            <a:spLocks noChangeAspect="1"/>
          </p:cNvSpPr>
          <p:nvPr/>
        </p:nvSpPr>
        <p:spPr>
          <a:xfrm>
            <a:off x="11492404" y="6203806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bg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2DDE3F-FEBF-4E35-A8D1-802D49050701}"/>
              </a:ext>
            </a:extLst>
          </p:cNvPr>
          <p:cNvSpPr>
            <a:spLocks noChangeAspect="1"/>
          </p:cNvSpPr>
          <p:nvPr/>
        </p:nvSpPr>
        <p:spPr>
          <a:xfrm>
            <a:off x="150956" y="6198374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A1C79-2BB1-A02D-99FC-227582096FB4}"/>
              </a:ext>
            </a:extLst>
          </p:cNvPr>
          <p:cNvSpPr txBox="1"/>
          <p:nvPr/>
        </p:nvSpPr>
        <p:spPr>
          <a:xfrm>
            <a:off x="951830" y="407263"/>
            <a:ext cx="6636149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60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Members</a:t>
            </a:r>
            <a:endParaRPr lang="en-US" sz="5400" b="1" dirty="0">
              <a:solidFill>
                <a:schemeClr val="bg1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23" name="Rectangle 22">
            <a:extLst>
              <a:ext uri="{FF2B5EF4-FFF2-40B4-BE49-F238E27FC236}">
                <a16:creationId xmlns:a16="http://schemas.microsoft.com/office/drawing/2014/main" id="{CD5D2235-CD65-4DB1-948E-4CFA4BDF4ABE}"/>
              </a:ext>
            </a:extLst>
          </p:cNvPr>
          <p:cNvSpPr/>
          <p:nvPr/>
        </p:nvSpPr>
        <p:spPr>
          <a:xfrm>
            <a:off x="897062" y="585085"/>
            <a:ext cx="45719" cy="752559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prstClr val="white"/>
              </a:solidFill>
              <a:latin typeface="Open Sans" panose="020B0606030504020204" pitchFamily="34" charset="0"/>
            </a:endParaRPr>
          </a:p>
        </p:txBody>
      </p:sp>
      <p:sp>
        <p:nvSpPr>
          <p:cNvPr id="27" name="Text Placeholder 10">
            <a:extLst>
              <a:ext uri="{FF2B5EF4-FFF2-40B4-BE49-F238E27FC236}">
                <a16:creationId xmlns:a16="http://schemas.microsoft.com/office/drawing/2014/main" id="{D792FAAA-06A6-4F7A-B8C3-C4B80C8EED84}"/>
              </a:ext>
            </a:extLst>
          </p:cNvPr>
          <p:cNvSpPr txBox="1">
            <a:spLocks/>
          </p:cNvSpPr>
          <p:nvPr/>
        </p:nvSpPr>
        <p:spPr>
          <a:xfrm>
            <a:off x="5151483" y="4449583"/>
            <a:ext cx="2090998" cy="4966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Hafiz Muneeb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6" name="Picture Placeholder 25">
            <a:extLst>
              <a:ext uri="{FF2B5EF4-FFF2-40B4-BE49-F238E27FC236}">
                <a16:creationId xmlns:a16="http://schemas.microsoft.com/office/drawing/2014/main" id="{8F9D5003-BCCB-4782-A0C3-DEF758F4C5E7}"/>
              </a:ext>
            </a:extLst>
          </p:cNvPr>
          <p:cNvPicPr>
            <a:picLocks noGrp="1" noChangeAspect="1"/>
          </p:cNvPicPr>
          <p:nvPr>
            <p:ph type="pic" sz="quarter" idx="12"/>
          </p:nvPr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005757" y="2648683"/>
            <a:ext cx="1739041" cy="1669382"/>
          </a:xfrm>
          <a:prstGeom prst="ellipse">
            <a:avLst/>
          </a:prstGeom>
          <a:blipFill dpi="0" rotWithShape="1">
            <a:blip r:embed="rId5"/>
            <a:srcRect/>
            <a:stretch>
              <a:fillRect t="-44000" r="24000" b="110000"/>
            </a:stretch>
          </a:blipFill>
          <a:ln>
            <a:solidFill>
              <a:schemeClr val="bg1"/>
            </a:solidFill>
          </a:ln>
        </p:spPr>
      </p:pic>
      <p:sp>
        <p:nvSpPr>
          <p:cNvPr id="19" name="Text Placeholder 10">
            <a:extLst>
              <a:ext uri="{FF2B5EF4-FFF2-40B4-BE49-F238E27FC236}">
                <a16:creationId xmlns:a16="http://schemas.microsoft.com/office/drawing/2014/main" id="{05D71EF7-82DE-450F-9655-C5F404FC2C0F}"/>
              </a:ext>
            </a:extLst>
          </p:cNvPr>
          <p:cNvSpPr txBox="1">
            <a:spLocks/>
          </p:cNvSpPr>
          <p:nvPr/>
        </p:nvSpPr>
        <p:spPr>
          <a:xfrm>
            <a:off x="9275741" y="4458479"/>
            <a:ext cx="2090998" cy="49667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ctr">
              <a:lnSpc>
                <a:spcPct val="150000"/>
              </a:lnSpc>
            </a:pPr>
            <a:r>
              <a:rPr lang="en-US" sz="2000" b="1" dirty="0">
                <a:solidFill>
                  <a:schemeClr val="accent2">
                    <a:lumMod val="7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Moula Bakhsh</a:t>
            </a:r>
            <a:endParaRPr lang="en-US" sz="1800" b="1" dirty="0">
              <a:solidFill>
                <a:schemeClr val="accent2">
                  <a:lumMod val="75000"/>
                </a:schemeClr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pic>
        <p:nvPicPr>
          <p:cNvPr id="24" name="Picture Placeholder 25">
            <a:extLst>
              <a:ext uri="{FF2B5EF4-FFF2-40B4-BE49-F238E27FC236}">
                <a16:creationId xmlns:a16="http://schemas.microsoft.com/office/drawing/2014/main" id="{B1B64246-8ECD-48DE-BDD4-FC48B2AE11DD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052353" y="2650666"/>
            <a:ext cx="1739041" cy="1714933"/>
          </a:xfrm>
          <a:prstGeom prst="ellipse">
            <a:avLst/>
          </a:prstGeom>
          <a:blipFill dpi="0" rotWithShape="1">
            <a:blip r:embed="rId5"/>
            <a:srcRect/>
            <a:stretch>
              <a:fillRect t="-44000" r="24000" b="110000"/>
            </a:stretch>
          </a:blipFill>
          <a:ln>
            <a:solidFill>
              <a:schemeClr val="bg1"/>
            </a:solidFill>
          </a:ln>
        </p:spPr>
      </p:pic>
      <p:pic>
        <p:nvPicPr>
          <p:cNvPr id="29" name="Picture Placeholder 25">
            <a:extLst>
              <a:ext uri="{FF2B5EF4-FFF2-40B4-BE49-F238E27FC236}">
                <a16:creationId xmlns:a16="http://schemas.microsoft.com/office/drawing/2014/main" id="{0A65C926-7828-408A-8E0A-C579526EE81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259576" y="2671049"/>
            <a:ext cx="1739041" cy="1714933"/>
          </a:xfrm>
          <a:prstGeom prst="ellipse">
            <a:avLst/>
          </a:prstGeom>
          <a:blipFill dpi="0" rotWithShape="1">
            <a:blip r:embed="rId5"/>
            <a:srcRect/>
            <a:stretch>
              <a:fillRect t="-44000" r="24000" b="110000"/>
            </a:stretch>
          </a:blipFill>
          <a:ln>
            <a:solidFill>
              <a:schemeClr val="bg1"/>
            </a:solidFill>
          </a:ln>
        </p:spPr>
      </p:pic>
      <p:pic>
        <p:nvPicPr>
          <p:cNvPr id="30" name="Picture Placeholder 25">
            <a:extLst>
              <a:ext uri="{FF2B5EF4-FFF2-40B4-BE49-F238E27FC236}">
                <a16:creationId xmlns:a16="http://schemas.microsoft.com/office/drawing/2014/main" id="{B90D07D9-23AB-4759-9DDB-312A2C2ED04E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299204" y="2597491"/>
            <a:ext cx="1739041" cy="1808253"/>
          </a:xfrm>
          <a:prstGeom prst="ellipse">
            <a:avLst/>
          </a:prstGeom>
          <a:blipFill dpi="0" rotWithShape="1">
            <a:blip r:embed="rId5"/>
            <a:srcRect/>
            <a:stretch>
              <a:fillRect t="-44000" r="24000" b="110000"/>
            </a:stretch>
          </a:blipFill>
          <a:ln>
            <a:solidFill>
              <a:schemeClr val="bg1"/>
            </a:solidFill>
          </a:ln>
        </p:spPr>
      </p:pic>
      <p:pic>
        <p:nvPicPr>
          <p:cNvPr id="31" name="Picture Placeholder 25">
            <a:extLst>
              <a:ext uri="{FF2B5EF4-FFF2-40B4-BE49-F238E27FC236}">
                <a16:creationId xmlns:a16="http://schemas.microsoft.com/office/drawing/2014/main" id="{910537FA-3681-48A8-8165-30652C209595}"/>
              </a:ext>
            </a:extLst>
          </p:cNvPr>
          <p:cNvPicPr>
            <a:picLocks noChangeAspect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9407539" y="2609405"/>
            <a:ext cx="1798976" cy="1808253"/>
          </a:xfrm>
          <a:prstGeom prst="ellipse">
            <a:avLst/>
          </a:prstGeom>
          <a:blipFill dpi="0" rotWithShape="1">
            <a:blip r:embed="rId5"/>
            <a:srcRect/>
            <a:stretch>
              <a:fillRect t="-44000" r="24000" b="110000"/>
            </a:stretch>
          </a:blipFill>
          <a:ln>
            <a:solidFill>
              <a:schemeClr val="bg1"/>
            </a:solidFill>
          </a:ln>
        </p:spPr>
      </p:pic>
    </p:spTree>
    <p:extLst>
      <p:ext uri="{BB962C8B-B14F-4D97-AF65-F5344CB8AC3E}">
        <p14:creationId xmlns:p14="http://schemas.microsoft.com/office/powerpoint/2010/main" val="90208009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Freeform: Shape 22">
            <a:extLst>
              <a:ext uri="{FF2B5EF4-FFF2-40B4-BE49-F238E27FC236}">
                <a16:creationId xmlns:a16="http://schemas.microsoft.com/office/drawing/2014/main" id="{0F6D6DF0-032C-4095-971B-89C357AD56BB}"/>
              </a:ext>
            </a:extLst>
          </p:cNvPr>
          <p:cNvSpPr>
            <a:spLocks/>
          </p:cNvSpPr>
          <p:nvPr/>
        </p:nvSpPr>
        <p:spPr bwMode="auto">
          <a:xfrm rot="5400000" flipH="1">
            <a:off x="1031129" y="-1031134"/>
            <a:ext cx="6858003" cy="8920268"/>
          </a:xfrm>
          <a:custGeom>
            <a:avLst/>
            <a:gdLst>
              <a:gd name="connsiteX0" fmla="*/ 5129940 w 12192000"/>
              <a:gd name="connsiteY0" fmla="*/ 1119 h 3594577"/>
              <a:gd name="connsiteX1" fmla="*/ 891482 w 12192000"/>
              <a:gd name="connsiteY1" fmla="*/ 1081091 h 3594577"/>
              <a:gd name="connsiteX2" fmla="*/ 164300 w 12192000"/>
              <a:gd name="connsiteY2" fmla="*/ 1425289 h 3594577"/>
              <a:gd name="connsiteX3" fmla="*/ 0 w 12192000"/>
              <a:gd name="connsiteY3" fmla="*/ 1489446 h 3594577"/>
              <a:gd name="connsiteX4" fmla="*/ 0 w 12192000"/>
              <a:gd name="connsiteY4" fmla="*/ 3594577 h 3594577"/>
              <a:gd name="connsiteX5" fmla="*/ 12192000 w 12192000"/>
              <a:gd name="connsiteY5" fmla="*/ 3594577 h 3594577"/>
              <a:gd name="connsiteX6" fmla="*/ 12192000 w 12192000"/>
              <a:gd name="connsiteY6" fmla="*/ 20053 h 3594577"/>
              <a:gd name="connsiteX7" fmla="*/ 12084109 w 12192000"/>
              <a:gd name="connsiteY7" fmla="*/ 57694 h 3594577"/>
              <a:gd name="connsiteX8" fmla="*/ 6203665 w 12192000"/>
              <a:gd name="connsiteY8" fmla="*/ 127449 h 3594577"/>
              <a:gd name="connsiteX9" fmla="*/ 5129940 w 12192000"/>
              <a:gd name="connsiteY9" fmla="*/ 1119 h 35945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12192000" h="3594577">
                <a:moveTo>
                  <a:pt x="5129940" y="1119"/>
                </a:moveTo>
                <a:cubicBezTo>
                  <a:pt x="3536843" y="-28909"/>
                  <a:pt x="1829110" y="550942"/>
                  <a:pt x="891482" y="1081091"/>
                </a:cubicBezTo>
                <a:cubicBezTo>
                  <a:pt x="675106" y="1203433"/>
                  <a:pt x="426097" y="1318717"/>
                  <a:pt x="164300" y="1425289"/>
                </a:cubicBezTo>
                <a:lnTo>
                  <a:pt x="0" y="1489446"/>
                </a:lnTo>
                <a:lnTo>
                  <a:pt x="0" y="3594577"/>
                </a:lnTo>
                <a:lnTo>
                  <a:pt x="12192000" y="3594577"/>
                </a:lnTo>
                <a:lnTo>
                  <a:pt x="12192000" y="20053"/>
                </a:lnTo>
                <a:lnTo>
                  <a:pt x="12084109" y="57694"/>
                </a:lnTo>
                <a:cubicBezTo>
                  <a:pt x="9312965" y="993550"/>
                  <a:pt x="7926440" y="527414"/>
                  <a:pt x="6203665" y="127449"/>
                </a:cubicBezTo>
                <a:cubicBezTo>
                  <a:pt x="5859110" y="47456"/>
                  <a:pt x="5497577" y="8048"/>
                  <a:pt x="5129940" y="1119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D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62EC4126-7CF0-4223-9F69-FC42DD4DE2B5}"/>
              </a:ext>
            </a:extLst>
          </p:cNvPr>
          <p:cNvSpPr txBox="1"/>
          <p:nvPr/>
        </p:nvSpPr>
        <p:spPr>
          <a:xfrm>
            <a:off x="1366091" y="469935"/>
            <a:ext cx="4782558" cy="144655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PROJECT VISION AND SOLUTION</a:t>
            </a:r>
          </a:p>
        </p:txBody>
      </p:sp>
      <p:pic>
        <p:nvPicPr>
          <p:cNvPr id="8" name="Graphic 7" descr="City">
            <a:extLst>
              <a:ext uri="{FF2B5EF4-FFF2-40B4-BE49-F238E27FC236}">
                <a16:creationId xmlns:a16="http://schemas.microsoft.com/office/drawing/2014/main" id="{C24AA06C-4635-459D-A57F-210B5D09F2C9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1319412" y="2203542"/>
            <a:ext cx="368440" cy="365760"/>
          </a:xfrm>
          <a:prstGeom prst="rect">
            <a:avLst/>
          </a:prstGeom>
        </p:spPr>
      </p:pic>
      <p:pic>
        <p:nvPicPr>
          <p:cNvPr id="10" name="Graphic 9" descr="Smart Phone">
            <a:extLst>
              <a:ext uri="{FF2B5EF4-FFF2-40B4-BE49-F238E27FC236}">
                <a16:creationId xmlns:a16="http://schemas.microsoft.com/office/drawing/2014/main" id="{7A78AF7C-F6D8-40CD-9FCF-F0925F7351D4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1319412" y="3386951"/>
            <a:ext cx="484542" cy="365760"/>
          </a:xfrm>
          <a:prstGeom prst="rect">
            <a:avLst/>
          </a:prstGeom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id="{49E9BBE9-2221-4140-ADCD-1D0DA20E55AA}"/>
              </a:ext>
            </a:extLst>
          </p:cNvPr>
          <p:cNvSpPr txBox="1"/>
          <p:nvPr/>
        </p:nvSpPr>
        <p:spPr>
          <a:xfrm>
            <a:off x="1687852" y="3335578"/>
            <a:ext cx="462514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Our Solution</a:t>
            </a:r>
            <a:r>
              <a:rPr lang="en-US" sz="2400" dirty="0">
                <a:solidFill>
                  <a:schemeClr val="bg1"/>
                </a:solidFill>
              </a:rPr>
              <a:t>:</a:t>
            </a:r>
          </a:p>
          <a:p>
            <a:r>
              <a:rPr lang="en-US" sz="1600" dirty="0">
                <a:solidFill>
                  <a:schemeClr val="bg1"/>
                </a:solidFill>
              </a:rPr>
              <a:t>  G</a:t>
            </a:r>
            <a:r>
              <a:rPr lang="en-US" sz="1600" b="1" dirty="0">
                <a:solidFill>
                  <a:srgbClr val="FFFF00"/>
                </a:solidFill>
              </a:rPr>
              <a:t>Ride </a:t>
            </a:r>
            <a:r>
              <a:rPr lang="en-US" sz="1600" dirty="0">
                <a:solidFill>
                  <a:schemeClr val="bg1"/>
                </a:solidFill>
              </a:rPr>
              <a:t>Food Delivery System A web-based platform that allows:</a:t>
            </a:r>
          </a:p>
          <a:p>
            <a:endParaRPr lang="en-US" sz="1600" b="1" dirty="0">
              <a:solidFill>
                <a:srgbClr val="FFFF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TextBox 17">
            <a:extLst>
              <a:ext uri="{FF2B5EF4-FFF2-40B4-BE49-F238E27FC236}">
                <a16:creationId xmlns:a16="http://schemas.microsoft.com/office/drawing/2014/main" id="{0494667E-73BE-4008-A421-55C94934CB83}"/>
              </a:ext>
            </a:extLst>
          </p:cNvPr>
          <p:cNvSpPr txBox="1"/>
          <p:nvPr/>
        </p:nvSpPr>
        <p:spPr>
          <a:xfrm>
            <a:off x="1881302" y="4300439"/>
            <a:ext cx="418109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dirty="0">
                <a:solidFill>
                  <a:schemeClr val="bg1"/>
                </a:solidFill>
              </a:rPr>
              <a:t>Viewing a </a:t>
            </a:r>
            <a:r>
              <a:rPr lang="en-US" sz="1600" b="1" dirty="0">
                <a:solidFill>
                  <a:schemeClr val="bg1"/>
                </a:solidFill>
              </a:rPr>
              <a:t>Fast-Ready Menu</a:t>
            </a:r>
            <a:endParaRPr lang="en-US" sz="1600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Digital ordering</a:t>
            </a:r>
            <a:r>
              <a:rPr lang="en-US" sz="1600" dirty="0">
                <a:solidFill>
                  <a:schemeClr val="bg1"/>
                </a:solidFill>
              </a:rPr>
              <a:t> without standing in queues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1600" b="1" dirty="0">
                <a:solidFill>
                  <a:schemeClr val="bg1"/>
                </a:solidFill>
              </a:rPr>
              <a:t>Live order tracking</a:t>
            </a:r>
            <a:r>
              <a:rPr lang="en-US" sz="1600" dirty="0">
                <a:solidFill>
                  <a:schemeClr val="bg1"/>
                </a:solidFill>
              </a:rPr>
              <a:t> for perfect pickup timing</a:t>
            </a:r>
            <a:endParaRPr lang="en-US" sz="1600" b="1" dirty="0">
              <a:solidFill>
                <a:schemeClr val="bg1"/>
              </a:solidFill>
            </a:endParaRPr>
          </a:p>
          <a:p>
            <a:pPr marL="285750" indent="-285750">
              <a:buFont typeface="Wingdings" panose="05000000000000000000" pitchFamily="2" charset="2"/>
              <a:buChar char="§"/>
            </a:pPr>
            <a:endParaRPr lang="en-US" sz="1600" dirty="0">
              <a:solidFill>
                <a:schemeClr val="bg1"/>
              </a:solidFill>
            </a:endParaRPr>
          </a:p>
        </p:txBody>
      </p:sp>
      <p:sp>
        <p:nvSpPr>
          <p:cNvPr id="20" name="Rectangle: Rounded Corners 19">
            <a:extLst>
              <a:ext uri="{FF2B5EF4-FFF2-40B4-BE49-F238E27FC236}">
                <a16:creationId xmlns:a16="http://schemas.microsoft.com/office/drawing/2014/main" id="{6226964D-7AC1-473D-8C77-CF079323B234}"/>
              </a:ext>
            </a:extLst>
          </p:cNvPr>
          <p:cNvSpPr>
            <a:spLocks noChangeAspect="1"/>
          </p:cNvSpPr>
          <p:nvPr/>
        </p:nvSpPr>
        <p:spPr>
          <a:xfrm>
            <a:off x="172364" y="6117580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bg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F766579A-C7CF-4A7B-94B0-A47B0BC4C762}"/>
              </a:ext>
            </a:extLst>
          </p:cNvPr>
          <p:cNvSpPr>
            <a:spLocks noChangeAspect="1"/>
          </p:cNvSpPr>
          <p:nvPr/>
        </p:nvSpPr>
        <p:spPr>
          <a:xfrm>
            <a:off x="172364" y="137240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accent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Rectangle 2">
            <a:extLst>
              <a:ext uri="{FF2B5EF4-FFF2-40B4-BE49-F238E27FC236}">
                <a16:creationId xmlns:a16="http://schemas.microsoft.com/office/drawing/2014/main" id="{32E1DC83-5114-4E10-B0C1-F32D558D032D}"/>
              </a:ext>
            </a:extLst>
          </p:cNvPr>
          <p:cNvSpPr/>
          <p:nvPr/>
        </p:nvSpPr>
        <p:spPr>
          <a:xfrm>
            <a:off x="1667377" y="2169887"/>
            <a:ext cx="6096000" cy="1015663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sz="2400" b="1" dirty="0">
                <a:solidFill>
                  <a:schemeClr val="bg1"/>
                </a:solidFill>
              </a:rPr>
              <a:t>Our Vision</a:t>
            </a:r>
          </a:p>
          <a:p>
            <a:r>
              <a:rPr lang="en-US" dirty="0">
                <a:solidFill>
                  <a:schemeClr val="bg1"/>
                </a:solidFill>
              </a:rPr>
              <a:t>To digitize the GRide Food Delivery System experience for speed, accuracy, and convenience.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46257BC4-DB61-4451-A7B4-B0E5C257B088}"/>
              </a:ext>
            </a:extLst>
          </p:cNvPr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 rot="638477">
            <a:off x="7936408" y="1465600"/>
            <a:ext cx="2865163" cy="3739956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8969969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>
            <a:extLst>
              <a:ext uri="{FF2B5EF4-FFF2-40B4-BE49-F238E27FC236}">
                <a16:creationId xmlns:a16="http://schemas.microsoft.com/office/drawing/2014/main" id="{FCA77ED8-A9A3-413A-B58D-6A3794DBB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" y="-16771"/>
            <a:ext cx="12192002" cy="350901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3EDB66-DE5F-412E-8CF6-6DD268B30194}"/>
              </a:ext>
            </a:extLst>
          </p:cNvPr>
          <p:cNvSpPr/>
          <p:nvPr/>
        </p:nvSpPr>
        <p:spPr>
          <a:xfrm rot="10800000">
            <a:off x="9358007" y="5515583"/>
            <a:ext cx="2833991" cy="1342417"/>
          </a:xfrm>
          <a:custGeom>
            <a:avLst/>
            <a:gdLst>
              <a:gd name="connsiteX0" fmla="*/ 0 w 4430316"/>
              <a:gd name="connsiteY0" fmla="*/ 0 h 1798712"/>
              <a:gd name="connsiteX1" fmla="*/ 4430316 w 4430316"/>
              <a:gd name="connsiteY1" fmla="*/ 0 h 1798712"/>
              <a:gd name="connsiteX2" fmla="*/ 4397259 w 4430316"/>
              <a:gd name="connsiteY2" fmla="*/ 70226 h 1798712"/>
              <a:gd name="connsiteX3" fmla="*/ 3737602 w 4430316"/>
              <a:gd name="connsiteY3" fmla="*/ 777089 h 1798712"/>
              <a:gd name="connsiteX4" fmla="*/ 906233 w 4430316"/>
              <a:gd name="connsiteY4" fmla="*/ 1161839 h 1798712"/>
              <a:gd name="connsiteX5" fmla="*/ 1629 w 4430316"/>
              <a:gd name="connsiteY5" fmla="*/ 1798442 h 1798712"/>
              <a:gd name="connsiteX6" fmla="*/ 0 w 4430316"/>
              <a:gd name="connsiteY6" fmla="*/ 1798712 h 17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316" h="1798712">
                <a:moveTo>
                  <a:pt x="0" y="0"/>
                </a:moveTo>
                <a:lnTo>
                  <a:pt x="4430316" y="0"/>
                </a:lnTo>
                <a:lnTo>
                  <a:pt x="4397259" y="70226"/>
                </a:lnTo>
                <a:cubicBezTo>
                  <a:pt x="4247094" y="358115"/>
                  <a:pt x="4013489" y="607612"/>
                  <a:pt x="3737602" y="777089"/>
                </a:cubicBezTo>
                <a:cubicBezTo>
                  <a:pt x="2885385" y="1296619"/>
                  <a:pt x="1743773" y="517864"/>
                  <a:pt x="906233" y="1161839"/>
                </a:cubicBezTo>
                <a:cubicBezTo>
                  <a:pt x="571287" y="1425628"/>
                  <a:pt x="319112" y="1723778"/>
                  <a:pt x="1629" y="1798442"/>
                </a:cubicBezTo>
                <a:lnTo>
                  <a:pt x="0" y="17987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1E74F6-F584-4DB9-9020-A67E23DAE43F}"/>
              </a:ext>
            </a:extLst>
          </p:cNvPr>
          <p:cNvSpPr>
            <a:spLocks noChangeAspect="1"/>
          </p:cNvSpPr>
          <p:nvPr/>
        </p:nvSpPr>
        <p:spPr>
          <a:xfrm>
            <a:off x="11492404" y="6198374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2DDE3F-FEBF-4E35-A8D1-802D49050701}"/>
              </a:ext>
            </a:extLst>
          </p:cNvPr>
          <p:cNvSpPr>
            <a:spLocks noChangeAspect="1"/>
          </p:cNvSpPr>
          <p:nvPr/>
        </p:nvSpPr>
        <p:spPr>
          <a:xfrm>
            <a:off x="150956" y="6198374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A1C79-2BB1-A02D-99FC-227582096FB4}"/>
              </a:ext>
            </a:extLst>
          </p:cNvPr>
          <p:cNvSpPr txBox="1"/>
          <p:nvPr/>
        </p:nvSpPr>
        <p:spPr>
          <a:xfrm>
            <a:off x="3031388" y="385306"/>
            <a:ext cx="6656270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Eras Bold ITC" panose="020B0907030504020204" pitchFamily="34" charset="0"/>
              </a:rPr>
              <a:t>Project Objectives</a:t>
            </a:r>
            <a:endParaRPr lang="en-US" sz="5400" b="1" dirty="0">
              <a:latin typeface="Eras Bold ITC" panose="020B0907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E8BBC7-876E-4F8D-B6F0-ED49EA5A68C6}"/>
              </a:ext>
            </a:extLst>
          </p:cNvPr>
          <p:cNvSpPr/>
          <p:nvPr/>
        </p:nvSpPr>
        <p:spPr>
          <a:xfrm>
            <a:off x="1457325" y="2071489"/>
            <a:ext cx="9804396" cy="347787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simulate an online food ordering system.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implement Object-Oriented Programming concepts.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manage customer and restaurant interactions.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calculate the total bill automatically.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To provide a simple and user-friendly ordering process.</a:t>
            </a:r>
            <a:br>
              <a:rPr lang="en-US" sz="3200" dirty="0"/>
            </a:br>
            <a:endParaRPr lang="en-US" sz="3200" dirty="0"/>
          </a:p>
        </p:txBody>
      </p:sp>
    </p:spTree>
    <p:extLst>
      <p:ext uri="{BB962C8B-B14F-4D97-AF65-F5344CB8AC3E}">
        <p14:creationId xmlns:p14="http://schemas.microsoft.com/office/powerpoint/2010/main" val="10106650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7351E81-BFCF-4143-B5D3-EBB790BC6B45}"/>
              </a:ext>
            </a:extLst>
          </p:cNvPr>
          <p:cNvSpPr/>
          <p:nvPr/>
        </p:nvSpPr>
        <p:spPr>
          <a:xfrm>
            <a:off x="0" y="798232"/>
            <a:ext cx="12192000" cy="6059769"/>
          </a:xfrm>
          <a:custGeom>
            <a:avLst/>
            <a:gdLst>
              <a:gd name="connsiteX0" fmla="*/ 12192000 w 12192000"/>
              <a:gd name="connsiteY0" fmla="*/ 0 h 6059769"/>
              <a:gd name="connsiteX1" fmla="*/ 12192000 w 12192000"/>
              <a:gd name="connsiteY1" fmla="*/ 6059769 h 6059769"/>
              <a:gd name="connsiteX2" fmla="*/ 0 w 12192000"/>
              <a:gd name="connsiteY2" fmla="*/ 6059769 h 6059769"/>
              <a:gd name="connsiteX3" fmla="*/ 0 w 12192000"/>
              <a:gd name="connsiteY3" fmla="*/ 5056888 h 6059769"/>
              <a:gd name="connsiteX4" fmla="*/ 55449 w 12192000"/>
              <a:gd name="connsiteY4" fmla="*/ 5029003 h 6059769"/>
              <a:gd name="connsiteX5" fmla="*/ 2383397 w 12192000"/>
              <a:gd name="connsiteY5" fmla="*/ 3532727 h 6059769"/>
              <a:gd name="connsiteX6" fmla="*/ 6636619 w 12192000"/>
              <a:gd name="connsiteY6" fmla="*/ 1666294 h 6059769"/>
              <a:gd name="connsiteX7" fmla="*/ 11981263 w 12192000"/>
              <a:gd name="connsiteY7" fmla="*/ 137348 h 6059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059769">
                <a:moveTo>
                  <a:pt x="12192000" y="0"/>
                </a:moveTo>
                <a:lnTo>
                  <a:pt x="12192000" y="6059769"/>
                </a:lnTo>
                <a:lnTo>
                  <a:pt x="0" y="6059769"/>
                </a:lnTo>
                <a:lnTo>
                  <a:pt x="0" y="5056888"/>
                </a:lnTo>
                <a:lnTo>
                  <a:pt x="55449" y="5029003"/>
                </a:lnTo>
                <a:cubicBezTo>
                  <a:pt x="488118" y="4809521"/>
                  <a:pt x="1705459" y="4164963"/>
                  <a:pt x="2383397" y="3532727"/>
                </a:cubicBezTo>
                <a:cubicBezTo>
                  <a:pt x="3217783" y="2754589"/>
                  <a:pt x="5013150" y="1678836"/>
                  <a:pt x="6636619" y="1666294"/>
                </a:cubicBezTo>
                <a:cubicBezTo>
                  <a:pt x="8260089" y="1653752"/>
                  <a:pt x="9578576" y="1781158"/>
                  <a:pt x="11981263" y="13734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22A93E-2CBB-4725-974E-323B6330F5A9}"/>
              </a:ext>
            </a:extLst>
          </p:cNvPr>
          <p:cNvSpPr/>
          <p:nvPr/>
        </p:nvSpPr>
        <p:spPr>
          <a:xfrm>
            <a:off x="635000" y="2822725"/>
            <a:ext cx="8205977" cy="3572332"/>
          </a:xfrm>
          <a:prstGeom prst="roundRect">
            <a:avLst>
              <a:gd name="adj" fmla="val 4215"/>
            </a:avLst>
          </a:prstGeom>
          <a:solidFill>
            <a:srgbClr val="FFC000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342D72E-A42D-4F3B-ADA1-59440E9E1B34}"/>
              </a:ext>
            </a:extLst>
          </p:cNvPr>
          <p:cNvSpPr/>
          <p:nvPr/>
        </p:nvSpPr>
        <p:spPr>
          <a:xfrm>
            <a:off x="0" y="0"/>
            <a:ext cx="4430316" cy="1798712"/>
          </a:xfrm>
          <a:custGeom>
            <a:avLst/>
            <a:gdLst>
              <a:gd name="connsiteX0" fmla="*/ 0 w 4430316"/>
              <a:gd name="connsiteY0" fmla="*/ 0 h 1798712"/>
              <a:gd name="connsiteX1" fmla="*/ 4430316 w 4430316"/>
              <a:gd name="connsiteY1" fmla="*/ 0 h 1798712"/>
              <a:gd name="connsiteX2" fmla="*/ 4397259 w 4430316"/>
              <a:gd name="connsiteY2" fmla="*/ 70226 h 1798712"/>
              <a:gd name="connsiteX3" fmla="*/ 3737602 w 4430316"/>
              <a:gd name="connsiteY3" fmla="*/ 777089 h 1798712"/>
              <a:gd name="connsiteX4" fmla="*/ 906233 w 4430316"/>
              <a:gd name="connsiteY4" fmla="*/ 1161839 h 1798712"/>
              <a:gd name="connsiteX5" fmla="*/ 1629 w 4430316"/>
              <a:gd name="connsiteY5" fmla="*/ 1798442 h 1798712"/>
              <a:gd name="connsiteX6" fmla="*/ 0 w 4430316"/>
              <a:gd name="connsiteY6" fmla="*/ 1798712 h 17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316" h="1798712">
                <a:moveTo>
                  <a:pt x="0" y="0"/>
                </a:moveTo>
                <a:lnTo>
                  <a:pt x="4430316" y="0"/>
                </a:lnTo>
                <a:lnTo>
                  <a:pt x="4397259" y="70226"/>
                </a:lnTo>
                <a:cubicBezTo>
                  <a:pt x="4247094" y="358115"/>
                  <a:pt x="4013489" y="607612"/>
                  <a:pt x="3737602" y="777089"/>
                </a:cubicBezTo>
                <a:cubicBezTo>
                  <a:pt x="2885385" y="1296619"/>
                  <a:pt x="1743773" y="517864"/>
                  <a:pt x="906233" y="1161839"/>
                </a:cubicBezTo>
                <a:cubicBezTo>
                  <a:pt x="571287" y="1425628"/>
                  <a:pt x="319112" y="1723778"/>
                  <a:pt x="1629" y="1798442"/>
                </a:cubicBezTo>
                <a:lnTo>
                  <a:pt x="0" y="17987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065798-1288-42BF-B050-8075A37EC5E8}"/>
              </a:ext>
            </a:extLst>
          </p:cNvPr>
          <p:cNvSpPr txBox="1"/>
          <p:nvPr/>
        </p:nvSpPr>
        <p:spPr>
          <a:xfrm>
            <a:off x="833121" y="2985144"/>
            <a:ext cx="6340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ORDER</a:t>
            </a:r>
            <a:r>
              <a:rPr lang="en-US" sz="4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ALLOW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A53DF7-2F57-492B-8A37-A52F7AA9BC1F}"/>
              </a:ext>
            </a:extLst>
          </p:cNvPr>
          <p:cNvSpPr>
            <a:spLocks noChangeAspect="1"/>
          </p:cNvSpPr>
          <p:nvPr/>
        </p:nvSpPr>
        <p:spPr>
          <a:xfrm>
            <a:off x="11358880" y="6059768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bg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59DC075-B001-4355-845E-B2D4FA7442C2}"/>
              </a:ext>
            </a:extLst>
          </p:cNvPr>
          <p:cNvSpPr>
            <a:spLocks noChangeAspect="1"/>
          </p:cNvSpPr>
          <p:nvPr/>
        </p:nvSpPr>
        <p:spPr>
          <a:xfrm>
            <a:off x="86360" y="1872401"/>
            <a:ext cx="470749" cy="470749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D695EA2-3A50-4687-A838-C39D32B4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1154588" y="3714721"/>
            <a:ext cx="11358879" cy="2554545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View the food menu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Select food items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Add items to the cart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View the total bill</a:t>
            </a:r>
          </a:p>
          <a:p>
            <a:pPr marL="457200" lvl="0" indent="-457200" eaLnBrk="0" fontAlgn="base" hangingPunct="0">
              <a:spcBef>
                <a:spcPct val="0"/>
              </a:spcBef>
              <a:spcAft>
                <a:spcPct val="0"/>
              </a:spcAft>
              <a:buFont typeface="Wingdings" panose="05000000000000000000" pitchFamily="2" charset="2"/>
              <a:buChar char="§"/>
            </a:pPr>
            <a:r>
              <a:rPr lang="en-US" sz="3200" dirty="0"/>
              <a:t>Place an order successfully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</p:txBody>
      </p:sp>
      <p:sp>
        <p:nvSpPr>
          <p:cNvPr id="3" name="TextBox 2">
            <a:extLst>
              <a:ext uri="{FF2B5EF4-FFF2-40B4-BE49-F238E27FC236}">
                <a16:creationId xmlns:a16="http://schemas.microsoft.com/office/drawing/2014/main" id="{22BA2F46-A0E1-4FC8-A50F-0FB7F26E2BD3}"/>
              </a:ext>
            </a:extLst>
          </p:cNvPr>
          <p:cNvSpPr txBox="1"/>
          <p:nvPr/>
        </p:nvSpPr>
        <p:spPr>
          <a:xfrm>
            <a:off x="647532" y="1169110"/>
            <a:ext cx="9753600" cy="1384995"/>
          </a:xfrm>
          <a:prstGeom prst="rect">
            <a:avLst/>
          </a:prstGeom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wrap="square" rtlCol="0">
            <a:spAutoFit/>
          </a:bodyPr>
          <a:lstStyle/>
          <a:p>
            <a:r>
              <a:rPr lang="en-US" sz="2800" dirty="0"/>
              <a:t>The Food Delivery Management System is a Java based application developed using Object-Oriented Programming concepts.</a:t>
            </a:r>
          </a:p>
        </p:txBody>
      </p:sp>
    </p:spTree>
    <p:extLst>
      <p:ext uri="{BB962C8B-B14F-4D97-AF65-F5344CB8AC3E}">
        <p14:creationId xmlns:p14="http://schemas.microsoft.com/office/powerpoint/2010/main" val="1658705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5D278E-B706-4CBE-9363-2492CEF15B33}"/>
              </a:ext>
            </a:extLst>
          </p:cNvPr>
          <p:cNvCxnSpPr>
            <a:cxnSpLocks/>
            <a:endCxn id="14" idx="4"/>
          </p:cNvCxnSpPr>
          <p:nvPr/>
        </p:nvCxnSpPr>
        <p:spPr>
          <a:xfrm flipV="1">
            <a:off x="2682918" y="951996"/>
            <a:ext cx="0" cy="4343904"/>
          </a:xfrm>
          <a:prstGeom prst="lin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20F06D9-9BA1-46C5-9491-3C9E3AC6FB3E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951996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43A6F6-165B-4720-8D90-AD63495F4114}"/>
              </a:ext>
            </a:extLst>
          </p:cNvPr>
          <p:cNvGrpSpPr/>
          <p:nvPr/>
        </p:nvGrpSpPr>
        <p:grpSpPr>
          <a:xfrm>
            <a:off x="2915099" y="1962432"/>
            <a:ext cx="4178587" cy="1564211"/>
            <a:chOff x="3169920" y="869453"/>
            <a:chExt cx="4178587" cy="1564211"/>
          </a:xfrm>
        </p:grpSpPr>
        <p:sp>
          <p:nvSpPr>
            <p:cNvPr id="30" name="Text Placeholder 10">
              <a:extLst>
                <a:ext uri="{FF2B5EF4-FFF2-40B4-BE49-F238E27FC236}">
                  <a16:creationId xmlns:a16="http://schemas.microsoft.com/office/drawing/2014/main" id="{216649DB-C390-44D7-BCD5-C55A0162B354}"/>
                </a:ext>
              </a:extLst>
            </p:cNvPr>
            <p:cNvSpPr txBox="1">
              <a:spLocks/>
            </p:cNvSpPr>
            <p:nvPr/>
          </p:nvSpPr>
          <p:spPr>
            <a:xfrm>
              <a:off x="3176560" y="1445579"/>
              <a:ext cx="4171947" cy="30777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dirty="0"/>
                <a:t>Stores customer information.</a:t>
              </a:r>
            </a:p>
          </p:txBody>
        </p:sp>
        <p:sp>
          <p:nvSpPr>
            <p:cNvPr id="31" name="Text Placeholder 10">
              <a:extLst>
                <a:ext uri="{FF2B5EF4-FFF2-40B4-BE49-F238E27FC236}">
                  <a16:creationId xmlns:a16="http://schemas.microsoft.com/office/drawing/2014/main" id="{2E56F9D4-D4C5-4198-93D2-39A06A152B93}"/>
                </a:ext>
              </a:extLst>
            </p:cNvPr>
            <p:cNvSpPr txBox="1">
              <a:spLocks/>
            </p:cNvSpPr>
            <p:nvPr/>
          </p:nvSpPr>
          <p:spPr>
            <a:xfrm>
              <a:off x="3169920" y="869453"/>
              <a:ext cx="3785050" cy="1564211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b="1" dirty="0"/>
                <a:t>Customer</a:t>
              </a:r>
            </a:p>
            <a:p>
              <a:pPr algn="l">
                <a:lnSpc>
                  <a:spcPct val="150000"/>
                </a:lnSpc>
              </a:pPr>
              <a:endParaRPr lang="en-US" b="1" dirty="0">
                <a:latin typeface="Open Sans" panose="020B0606030504020204"/>
              </a:endParaRPr>
            </a:p>
            <a:p>
              <a:pPr algn="l">
                <a:lnSpc>
                  <a:spcPct val="150000"/>
                </a:lnSpc>
              </a:pPr>
              <a:endPara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0E5B7D-D59A-4CC9-BD19-8D5A3D3C7EAA}"/>
              </a:ext>
            </a:extLst>
          </p:cNvPr>
          <p:cNvSpPr txBox="1">
            <a:spLocks/>
          </p:cNvSpPr>
          <p:nvPr/>
        </p:nvSpPr>
        <p:spPr>
          <a:xfrm>
            <a:off x="2922603" y="3630281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Manages the restaurant menu.</a:t>
            </a: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47C4EF1-09F3-4B1B-9919-986673F0D4C6}"/>
              </a:ext>
            </a:extLst>
          </p:cNvPr>
          <p:cNvSpPr/>
          <p:nvPr/>
        </p:nvSpPr>
        <p:spPr>
          <a:xfrm>
            <a:off x="10252606" y="0"/>
            <a:ext cx="4171927" cy="6858000"/>
          </a:xfrm>
          <a:prstGeom prst="parallelogram">
            <a:avLst>
              <a:gd name="adj" fmla="val 2308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oogle Shape;279;p29">
            <a:extLst>
              <a:ext uri="{FF2B5EF4-FFF2-40B4-BE49-F238E27FC236}">
                <a16:creationId xmlns:a16="http://schemas.microsoft.com/office/drawing/2014/main" id="{70E4806A-0AFB-4ABD-8190-2D1CB99CB54E}"/>
              </a:ext>
            </a:extLst>
          </p:cNvPr>
          <p:cNvGrpSpPr/>
          <p:nvPr/>
        </p:nvGrpSpPr>
        <p:grpSpPr>
          <a:xfrm>
            <a:off x="11530311" y="-427673"/>
            <a:ext cx="1156990" cy="1156990"/>
            <a:chOff x="238125" y="2189800"/>
            <a:chExt cx="1119325" cy="1119325"/>
          </a:xfrm>
          <a:solidFill>
            <a:schemeClr val="bg1">
              <a:lumMod val="95000"/>
            </a:schemeClr>
          </a:solidFill>
        </p:grpSpPr>
        <p:sp>
          <p:nvSpPr>
            <p:cNvPr id="44" name="Google Shape;280;p29">
              <a:extLst>
                <a:ext uri="{FF2B5EF4-FFF2-40B4-BE49-F238E27FC236}">
                  <a16:creationId xmlns:a16="http://schemas.microsoft.com/office/drawing/2014/main" id="{C97E4C44-AE4E-4F6E-A734-9F0694BFEEBA}"/>
                </a:ext>
              </a:extLst>
            </p:cNvPr>
            <p:cNvSpPr/>
            <p:nvPr/>
          </p:nvSpPr>
          <p:spPr>
            <a:xfrm>
              <a:off x="289900" y="2241600"/>
              <a:ext cx="267950" cy="267950"/>
            </a:xfrm>
            <a:custGeom>
              <a:avLst/>
              <a:gdLst/>
              <a:ahLst/>
              <a:cxnLst/>
              <a:rect l="l" t="t" r="r" b="b"/>
              <a:pathLst>
                <a:path w="10718" h="10718" extrusionOk="0">
                  <a:moveTo>
                    <a:pt x="10717" y="1"/>
                  </a:moveTo>
                  <a:lnTo>
                    <a:pt x="10717" y="1"/>
                  </a:lnTo>
                  <a:cubicBezTo>
                    <a:pt x="8382" y="1104"/>
                    <a:pt x="6257" y="2604"/>
                    <a:pt x="4431" y="4431"/>
                  </a:cubicBezTo>
                  <a:cubicBezTo>
                    <a:pt x="2604" y="6255"/>
                    <a:pt x="1106" y="8382"/>
                    <a:pt x="1" y="10717"/>
                  </a:cubicBezTo>
                  <a:lnTo>
                    <a:pt x="107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81;p29">
              <a:extLst>
                <a:ext uri="{FF2B5EF4-FFF2-40B4-BE49-F238E27FC236}">
                  <a16:creationId xmlns:a16="http://schemas.microsoft.com/office/drawing/2014/main" id="{F3386F88-34BC-4AB2-BD44-AF4002FA5EE4}"/>
                </a:ext>
              </a:extLst>
            </p:cNvPr>
            <p:cNvSpPr/>
            <p:nvPr/>
          </p:nvSpPr>
          <p:spPr>
            <a:xfrm>
              <a:off x="238275" y="2189975"/>
              <a:ext cx="511350" cy="511375"/>
            </a:xfrm>
            <a:custGeom>
              <a:avLst/>
              <a:gdLst/>
              <a:ahLst/>
              <a:cxnLst/>
              <a:rect l="l" t="t" r="r" b="b"/>
              <a:pathLst>
                <a:path w="20454" h="20455" extrusionOk="0">
                  <a:moveTo>
                    <a:pt x="20453" y="1"/>
                  </a:moveTo>
                  <a:lnTo>
                    <a:pt x="20453" y="1"/>
                  </a:lnTo>
                  <a:cubicBezTo>
                    <a:pt x="19736" y="63"/>
                    <a:pt x="19023" y="158"/>
                    <a:pt x="18312" y="287"/>
                  </a:cubicBezTo>
                  <a:lnTo>
                    <a:pt x="289" y="18312"/>
                  </a:lnTo>
                  <a:cubicBezTo>
                    <a:pt x="159" y="19023"/>
                    <a:pt x="63" y="19736"/>
                    <a:pt x="1" y="20455"/>
                  </a:cubicBezTo>
                  <a:lnTo>
                    <a:pt x="204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82;p29">
              <a:extLst>
                <a:ext uri="{FF2B5EF4-FFF2-40B4-BE49-F238E27FC236}">
                  <a16:creationId xmlns:a16="http://schemas.microsoft.com/office/drawing/2014/main" id="{7A6E330C-14B5-4B69-B890-9B99C8AF2D3C}"/>
                </a:ext>
              </a:extLst>
            </p:cNvPr>
            <p:cNvSpPr/>
            <p:nvPr/>
          </p:nvSpPr>
          <p:spPr>
            <a:xfrm>
              <a:off x="238125" y="2189800"/>
              <a:ext cx="646975" cy="646950"/>
            </a:xfrm>
            <a:custGeom>
              <a:avLst/>
              <a:gdLst/>
              <a:ahLst/>
              <a:cxnLst/>
              <a:rect l="l" t="t" r="r" b="b"/>
              <a:pathLst>
                <a:path w="25879" h="25878" extrusionOk="0">
                  <a:moveTo>
                    <a:pt x="24220" y="1"/>
                  </a:moveTo>
                  <a:lnTo>
                    <a:pt x="0" y="24221"/>
                  </a:lnTo>
                  <a:cubicBezTo>
                    <a:pt x="46" y="24774"/>
                    <a:pt x="111" y="25327"/>
                    <a:pt x="197" y="25877"/>
                  </a:cubicBezTo>
                  <a:lnTo>
                    <a:pt x="25878" y="197"/>
                  </a:lnTo>
                  <a:cubicBezTo>
                    <a:pt x="25328" y="111"/>
                    <a:pt x="24775" y="45"/>
                    <a:pt x="242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83;p29">
              <a:extLst>
                <a:ext uri="{FF2B5EF4-FFF2-40B4-BE49-F238E27FC236}">
                  <a16:creationId xmlns:a16="http://schemas.microsoft.com/office/drawing/2014/main" id="{3106BE66-295B-46C6-8831-F2D8B369DA3B}"/>
                </a:ext>
              </a:extLst>
            </p:cNvPr>
            <p:cNvSpPr/>
            <p:nvPr/>
          </p:nvSpPr>
          <p:spPr>
            <a:xfrm>
              <a:off x="260500" y="2212175"/>
              <a:ext cx="735575" cy="735575"/>
            </a:xfrm>
            <a:custGeom>
              <a:avLst/>
              <a:gdLst/>
              <a:ahLst/>
              <a:cxnLst/>
              <a:rect l="l" t="t" r="r" b="b"/>
              <a:pathLst>
                <a:path w="29423" h="29423" extrusionOk="0">
                  <a:moveTo>
                    <a:pt x="28037" y="0"/>
                  </a:moveTo>
                  <a:lnTo>
                    <a:pt x="1" y="28036"/>
                  </a:lnTo>
                  <a:cubicBezTo>
                    <a:pt x="143" y="28502"/>
                    <a:pt x="298" y="28964"/>
                    <a:pt x="470" y="29423"/>
                  </a:cubicBezTo>
                  <a:lnTo>
                    <a:pt x="29422" y="471"/>
                  </a:lnTo>
                  <a:cubicBezTo>
                    <a:pt x="28965" y="299"/>
                    <a:pt x="28503" y="142"/>
                    <a:pt x="280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84;p29">
              <a:extLst>
                <a:ext uri="{FF2B5EF4-FFF2-40B4-BE49-F238E27FC236}">
                  <a16:creationId xmlns:a16="http://schemas.microsoft.com/office/drawing/2014/main" id="{160BE9D4-AD51-4325-8C21-6010ED4A964B}"/>
                </a:ext>
              </a:extLst>
            </p:cNvPr>
            <p:cNvSpPr/>
            <p:nvPr/>
          </p:nvSpPr>
          <p:spPr>
            <a:xfrm>
              <a:off x="301425" y="2253075"/>
              <a:ext cx="788775" cy="788825"/>
            </a:xfrm>
            <a:custGeom>
              <a:avLst/>
              <a:gdLst/>
              <a:ahLst/>
              <a:cxnLst/>
              <a:rect l="l" t="t" r="r" b="b"/>
              <a:pathLst>
                <a:path w="31551" h="31553" extrusionOk="0">
                  <a:moveTo>
                    <a:pt x="30370" y="1"/>
                  </a:moveTo>
                  <a:lnTo>
                    <a:pt x="0" y="30371"/>
                  </a:lnTo>
                  <a:cubicBezTo>
                    <a:pt x="211" y="30770"/>
                    <a:pt x="436" y="31164"/>
                    <a:pt x="675" y="31552"/>
                  </a:cubicBezTo>
                  <a:lnTo>
                    <a:pt x="31551" y="675"/>
                  </a:lnTo>
                  <a:cubicBezTo>
                    <a:pt x="31163" y="437"/>
                    <a:pt x="30770" y="213"/>
                    <a:pt x="303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85;p29">
              <a:extLst>
                <a:ext uri="{FF2B5EF4-FFF2-40B4-BE49-F238E27FC236}">
                  <a16:creationId xmlns:a16="http://schemas.microsoft.com/office/drawing/2014/main" id="{FD6715B6-E430-4756-994E-8A942FF40E4B}"/>
                </a:ext>
              </a:extLst>
            </p:cNvPr>
            <p:cNvSpPr/>
            <p:nvPr/>
          </p:nvSpPr>
          <p:spPr>
            <a:xfrm>
              <a:off x="356800" y="2308450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547" y="1"/>
                  </a:moveTo>
                  <a:lnTo>
                    <a:pt x="0" y="31549"/>
                  </a:lnTo>
                  <a:cubicBezTo>
                    <a:pt x="270" y="31890"/>
                    <a:pt x="552" y="32227"/>
                    <a:pt x="846" y="32556"/>
                  </a:cubicBezTo>
                  <a:lnTo>
                    <a:pt x="32556" y="848"/>
                  </a:lnTo>
                  <a:cubicBezTo>
                    <a:pt x="32226" y="554"/>
                    <a:pt x="31890" y="272"/>
                    <a:pt x="315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86;p29">
              <a:extLst>
                <a:ext uri="{FF2B5EF4-FFF2-40B4-BE49-F238E27FC236}">
                  <a16:creationId xmlns:a16="http://schemas.microsoft.com/office/drawing/2014/main" id="{2E5F221D-A2C8-49D7-8445-64B271D4B855}"/>
                </a:ext>
              </a:extLst>
            </p:cNvPr>
            <p:cNvSpPr/>
            <p:nvPr/>
          </p:nvSpPr>
          <p:spPr>
            <a:xfrm>
              <a:off x="424825" y="2376525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711" y="1"/>
                  </a:moveTo>
                  <a:lnTo>
                    <a:pt x="1" y="31709"/>
                  </a:lnTo>
                  <a:cubicBezTo>
                    <a:pt x="331" y="32003"/>
                    <a:pt x="667" y="32286"/>
                    <a:pt x="1010" y="32556"/>
                  </a:cubicBezTo>
                  <a:lnTo>
                    <a:pt x="32557" y="1010"/>
                  </a:lnTo>
                  <a:cubicBezTo>
                    <a:pt x="32287" y="667"/>
                    <a:pt x="32005" y="330"/>
                    <a:pt x="31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87;p29">
              <a:extLst>
                <a:ext uri="{FF2B5EF4-FFF2-40B4-BE49-F238E27FC236}">
                  <a16:creationId xmlns:a16="http://schemas.microsoft.com/office/drawing/2014/main" id="{7CA5BBCD-4A86-480C-8A0B-BD9ACAF66330}"/>
                </a:ext>
              </a:extLst>
            </p:cNvPr>
            <p:cNvSpPr/>
            <p:nvPr/>
          </p:nvSpPr>
          <p:spPr>
            <a:xfrm>
              <a:off x="505350" y="2457000"/>
              <a:ext cx="788775" cy="788875"/>
            </a:xfrm>
            <a:custGeom>
              <a:avLst/>
              <a:gdLst/>
              <a:ahLst/>
              <a:cxnLst/>
              <a:rect l="l" t="t" r="r" b="b"/>
              <a:pathLst>
                <a:path w="31551" h="31555" extrusionOk="0">
                  <a:moveTo>
                    <a:pt x="30878" y="1"/>
                  </a:moveTo>
                  <a:lnTo>
                    <a:pt x="0" y="30879"/>
                  </a:lnTo>
                  <a:cubicBezTo>
                    <a:pt x="388" y="31116"/>
                    <a:pt x="782" y="31340"/>
                    <a:pt x="1181" y="31554"/>
                  </a:cubicBezTo>
                  <a:lnTo>
                    <a:pt x="31551" y="1182"/>
                  </a:lnTo>
                  <a:cubicBezTo>
                    <a:pt x="31340" y="783"/>
                    <a:pt x="31116" y="389"/>
                    <a:pt x="308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88;p29">
              <a:extLst>
                <a:ext uri="{FF2B5EF4-FFF2-40B4-BE49-F238E27FC236}">
                  <a16:creationId xmlns:a16="http://schemas.microsoft.com/office/drawing/2014/main" id="{2618E23B-9C3A-4786-A2A8-A220F4CADD1D}"/>
                </a:ext>
              </a:extLst>
            </p:cNvPr>
            <p:cNvSpPr/>
            <p:nvPr/>
          </p:nvSpPr>
          <p:spPr>
            <a:xfrm>
              <a:off x="599500" y="2551175"/>
              <a:ext cx="735550" cy="735550"/>
            </a:xfrm>
            <a:custGeom>
              <a:avLst/>
              <a:gdLst/>
              <a:ahLst/>
              <a:cxnLst/>
              <a:rect l="l" t="t" r="r" b="b"/>
              <a:pathLst>
                <a:path w="29422" h="29422" extrusionOk="0">
                  <a:moveTo>
                    <a:pt x="28952" y="1"/>
                  </a:moveTo>
                  <a:lnTo>
                    <a:pt x="0" y="28953"/>
                  </a:lnTo>
                  <a:cubicBezTo>
                    <a:pt x="457" y="29125"/>
                    <a:pt x="919" y="29282"/>
                    <a:pt x="1385" y="29422"/>
                  </a:cubicBezTo>
                  <a:lnTo>
                    <a:pt x="29421" y="1386"/>
                  </a:lnTo>
                  <a:cubicBezTo>
                    <a:pt x="29281" y="920"/>
                    <a:pt x="29124" y="458"/>
                    <a:pt x="289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89;p29">
              <a:extLst>
                <a:ext uri="{FF2B5EF4-FFF2-40B4-BE49-F238E27FC236}">
                  <a16:creationId xmlns:a16="http://schemas.microsoft.com/office/drawing/2014/main" id="{40ED4659-2FDA-458E-A17C-01806F8680B3}"/>
                </a:ext>
              </a:extLst>
            </p:cNvPr>
            <p:cNvSpPr/>
            <p:nvPr/>
          </p:nvSpPr>
          <p:spPr>
            <a:xfrm>
              <a:off x="710450" y="2662150"/>
              <a:ext cx="647000" cy="646975"/>
            </a:xfrm>
            <a:custGeom>
              <a:avLst/>
              <a:gdLst/>
              <a:ahLst/>
              <a:cxnLst/>
              <a:rect l="l" t="t" r="r" b="b"/>
              <a:pathLst>
                <a:path w="25880" h="25879" extrusionOk="0">
                  <a:moveTo>
                    <a:pt x="25682" y="1"/>
                  </a:moveTo>
                  <a:lnTo>
                    <a:pt x="1" y="25681"/>
                  </a:lnTo>
                  <a:cubicBezTo>
                    <a:pt x="552" y="25767"/>
                    <a:pt x="1104" y="25833"/>
                    <a:pt x="1659" y="25879"/>
                  </a:cubicBezTo>
                  <a:lnTo>
                    <a:pt x="25879" y="1659"/>
                  </a:lnTo>
                  <a:cubicBezTo>
                    <a:pt x="25834" y="1104"/>
                    <a:pt x="25768" y="551"/>
                    <a:pt x="256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90;p29">
              <a:extLst>
                <a:ext uri="{FF2B5EF4-FFF2-40B4-BE49-F238E27FC236}">
                  <a16:creationId xmlns:a16="http://schemas.microsoft.com/office/drawing/2014/main" id="{6B25FF21-1EBF-4C56-80DB-E6182165FC53}"/>
                </a:ext>
              </a:extLst>
            </p:cNvPr>
            <p:cNvSpPr/>
            <p:nvPr/>
          </p:nvSpPr>
          <p:spPr>
            <a:xfrm>
              <a:off x="845925" y="2797575"/>
              <a:ext cx="511350" cy="511350"/>
            </a:xfrm>
            <a:custGeom>
              <a:avLst/>
              <a:gdLst/>
              <a:ahLst/>
              <a:cxnLst/>
              <a:rect l="l" t="t" r="r" b="b"/>
              <a:pathLst>
                <a:path w="20454" h="20454" extrusionOk="0">
                  <a:moveTo>
                    <a:pt x="20453" y="1"/>
                  </a:moveTo>
                  <a:lnTo>
                    <a:pt x="1" y="20453"/>
                  </a:lnTo>
                  <a:cubicBezTo>
                    <a:pt x="718" y="20391"/>
                    <a:pt x="1431" y="20297"/>
                    <a:pt x="2142" y="20167"/>
                  </a:cubicBezTo>
                  <a:lnTo>
                    <a:pt x="20165" y="2142"/>
                  </a:lnTo>
                  <a:cubicBezTo>
                    <a:pt x="20295" y="1433"/>
                    <a:pt x="20391" y="720"/>
                    <a:pt x="20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91;p29">
              <a:extLst>
                <a:ext uri="{FF2B5EF4-FFF2-40B4-BE49-F238E27FC236}">
                  <a16:creationId xmlns:a16="http://schemas.microsoft.com/office/drawing/2014/main" id="{640C19AB-37E7-4EDD-A0CB-A5D2B523E9F6}"/>
                </a:ext>
              </a:extLst>
            </p:cNvPr>
            <p:cNvSpPr/>
            <p:nvPr/>
          </p:nvSpPr>
          <p:spPr>
            <a:xfrm>
              <a:off x="1037700" y="2989400"/>
              <a:ext cx="267950" cy="267900"/>
            </a:xfrm>
            <a:custGeom>
              <a:avLst/>
              <a:gdLst/>
              <a:ahLst/>
              <a:cxnLst/>
              <a:rect l="l" t="t" r="r" b="b"/>
              <a:pathLst>
                <a:path w="10718" h="10716" extrusionOk="0">
                  <a:moveTo>
                    <a:pt x="10717" y="1"/>
                  </a:moveTo>
                  <a:lnTo>
                    <a:pt x="1" y="10715"/>
                  </a:lnTo>
                  <a:cubicBezTo>
                    <a:pt x="4703" y="8488"/>
                    <a:pt x="8489" y="4703"/>
                    <a:pt x="107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3;p2">
            <a:extLst>
              <a:ext uri="{FF2B5EF4-FFF2-40B4-BE49-F238E27FC236}">
                <a16:creationId xmlns:a16="http://schemas.microsoft.com/office/drawing/2014/main" id="{EBAF7E9A-D644-487A-B391-EB5A55036DDC}"/>
              </a:ext>
            </a:extLst>
          </p:cNvPr>
          <p:cNvGrpSpPr/>
          <p:nvPr/>
        </p:nvGrpSpPr>
        <p:grpSpPr>
          <a:xfrm rot="10800000">
            <a:off x="11002146" y="5924505"/>
            <a:ext cx="2226638" cy="732942"/>
            <a:chOff x="2235050" y="548425"/>
            <a:chExt cx="307875" cy="101325"/>
          </a:xfrm>
          <a:solidFill>
            <a:schemeClr val="bg1">
              <a:lumMod val="95000"/>
            </a:schemeClr>
          </a:solidFill>
        </p:grpSpPr>
        <p:sp>
          <p:nvSpPr>
            <p:cNvPr id="57" name="Google Shape;14;p2">
              <a:extLst>
                <a:ext uri="{FF2B5EF4-FFF2-40B4-BE49-F238E27FC236}">
                  <a16:creationId xmlns:a16="http://schemas.microsoft.com/office/drawing/2014/main" id="{E0968CB5-645C-4F88-AB80-E4F84DBFBEBC}"/>
                </a:ext>
              </a:extLst>
            </p:cNvPr>
            <p:cNvSpPr/>
            <p:nvPr/>
          </p:nvSpPr>
          <p:spPr>
            <a:xfrm>
              <a:off x="223505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;p2">
              <a:extLst>
                <a:ext uri="{FF2B5EF4-FFF2-40B4-BE49-F238E27FC236}">
                  <a16:creationId xmlns:a16="http://schemas.microsoft.com/office/drawing/2014/main" id="{89ABB9E8-8463-4B83-98EA-A40EA4C0097B}"/>
                </a:ext>
              </a:extLst>
            </p:cNvPr>
            <p:cNvSpPr/>
            <p:nvPr/>
          </p:nvSpPr>
          <p:spPr>
            <a:xfrm>
              <a:off x="228375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;p2">
              <a:extLst>
                <a:ext uri="{FF2B5EF4-FFF2-40B4-BE49-F238E27FC236}">
                  <a16:creationId xmlns:a16="http://schemas.microsoft.com/office/drawing/2014/main" id="{2D16731C-C685-4EA6-87B0-2801D59888E6}"/>
                </a:ext>
              </a:extLst>
            </p:cNvPr>
            <p:cNvSpPr/>
            <p:nvPr/>
          </p:nvSpPr>
          <p:spPr>
            <a:xfrm>
              <a:off x="23324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;p2">
              <a:extLst>
                <a:ext uri="{FF2B5EF4-FFF2-40B4-BE49-F238E27FC236}">
                  <a16:creationId xmlns:a16="http://schemas.microsoft.com/office/drawing/2014/main" id="{D4CF89C3-2BA3-44CF-A99A-C40770AF9221}"/>
                </a:ext>
              </a:extLst>
            </p:cNvPr>
            <p:cNvSpPr/>
            <p:nvPr/>
          </p:nvSpPr>
          <p:spPr>
            <a:xfrm>
              <a:off x="23812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;p2">
              <a:extLst>
                <a:ext uri="{FF2B5EF4-FFF2-40B4-BE49-F238E27FC236}">
                  <a16:creationId xmlns:a16="http://schemas.microsoft.com/office/drawing/2014/main" id="{2E6E5C75-D48B-40A9-BAB6-CD3DEBA1A1EF}"/>
                </a:ext>
              </a:extLst>
            </p:cNvPr>
            <p:cNvSpPr/>
            <p:nvPr/>
          </p:nvSpPr>
          <p:spPr>
            <a:xfrm>
              <a:off x="24298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;p2">
              <a:extLst>
                <a:ext uri="{FF2B5EF4-FFF2-40B4-BE49-F238E27FC236}">
                  <a16:creationId xmlns:a16="http://schemas.microsoft.com/office/drawing/2014/main" id="{90D5C7AB-50A8-4645-8E02-F0809A962AA4}"/>
                </a:ext>
              </a:extLst>
            </p:cNvPr>
            <p:cNvSpPr/>
            <p:nvPr/>
          </p:nvSpPr>
          <p:spPr>
            <a:xfrm>
              <a:off x="24786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;p2">
              <a:extLst>
                <a:ext uri="{FF2B5EF4-FFF2-40B4-BE49-F238E27FC236}">
                  <a16:creationId xmlns:a16="http://schemas.microsoft.com/office/drawing/2014/main" id="{D4424319-4E40-4621-B327-C165F2AF53A9}"/>
                </a:ext>
              </a:extLst>
            </p:cNvPr>
            <p:cNvSpPr/>
            <p:nvPr/>
          </p:nvSpPr>
          <p:spPr>
            <a:xfrm>
              <a:off x="252730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;p2">
              <a:extLst>
                <a:ext uri="{FF2B5EF4-FFF2-40B4-BE49-F238E27FC236}">
                  <a16:creationId xmlns:a16="http://schemas.microsoft.com/office/drawing/2014/main" id="{F8FB3B9E-33C0-453A-8028-79509AA7352A}"/>
                </a:ext>
              </a:extLst>
            </p:cNvPr>
            <p:cNvSpPr/>
            <p:nvPr/>
          </p:nvSpPr>
          <p:spPr>
            <a:xfrm>
              <a:off x="223505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2;p2">
              <a:extLst>
                <a:ext uri="{FF2B5EF4-FFF2-40B4-BE49-F238E27FC236}">
                  <a16:creationId xmlns:a16="http://schemas.microsoft.com/office/drawing/2014/main" id="{8543C7EB-FC5E-4A1D-A083-67D066DFAA9C}"/>
                </a:ext>
              </a:extLst>
            </p:cNvPr>
            <p:cNvSpPr/>
            <p:nvPr/>
          </p:nvSpPr>
          <p:spPr>
            <a:xfrm>
              <a:off x="228375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3;p2">
              <a:extLst>
                <a:ext uri="{FF2B5EF4-FFF2-40B4-BE49-F238E27FC236}">
                  <a16:creationId xmlns:a16="http://schemas.microsoft.com/office/drawing/2014/main" id="{DE4F5BB4-EE78-4EF0-9210-3374CC06477A}"/>
                </a:ext>
              </a:extLst>
            </p:cNvPr>
            <p:cNvSpPr/>
            <p:nvPr/>
          </p:nvSpPr>
          <p:spPr>
            <a:xfrm>
              <a:off x="23324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4;p2">
              <a:extLst>
                <a:ext uri="{FF2B5EF4-FFF2-40B4-BE49-F238E27FC236}">
                  <a16:creationId xmlns:a16="http://schemas.microsoft.com/office/drawing/2014/main" id="{E0A962EC-16B4-49DC-ABEC-F0AB205906B3}"/>
                </a:ext>
              </a:extLst>
            </p:cNvPr>
            <p:cNvSpPr/>
            <p:nvPr/>
          </p:nvSpPr>
          <p:spPr>
            <a:xfrm>
              <a:off x="23812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5;p2">
              <a:extLst>
                <a:ext uri="{FF2B5EF4-FFF2-40B4-BE49-F238E27FC236}">
                  <a16:creationId xmlns:a16="http://schemas.microsoft.com/office/drawing/2014/main" id="{B0C5EEC8-FC3D-404A-B06B-4931533709A3}"/>
                </a:ext>
              </a:extLst>
            </p:cNvPr>
            <p:cNvSpPr/>
            <p:nvPr/>
          </p:nvSpPr>
          <p:spPr>
            <a:xfrm>
              <a:off x="24298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;p2">
              <a:extLst>
                <a:ext uri="{FF2B5EF4-FFF2-40B4-BE49-F238E27FC236}">
                  <a16:creationId xmlns:a16="http://schemas.microsoft.com/office/drawing/2014/main" id="{72F606C0-3BA6-4074-A089-C8EE287F741B}"/>
                </a:ext>
              </a:extLst>
            </p:cNvPr>
            <p:cNvSpPr/>
            <p:nvPr/>
          </p:nvSpPr>
          <p:spPr>
            <a:xfrm>
              <a:off x="24786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7;p2">
              <a:extLst>
                <a:ext uri="{FF2B5EF4-FFF2-40B4-BE49-F238E27FC236}">
                  <a16:creationId xmlns:a16="http://schemas.microsoft.com/office/drawing/2014/main" id="{34FEC093-811D-4B84-BE23-04C6C2A5B7A8}"/>
                </a:ext>
              </a:extLst>
            </p:cNvPr>
            <p:cNvSpPr/>
            <p:nvPr/>
          </p:nvSpPr>
          <p:spPr>
            <a:xfrm>
              <a:off x="252730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8;p2">
              <a:extLst>
                <a:ext uri="{FF2B5EF4-FFF2-40B4-BE49-F238E27FC236}">
                  <a16:creationId xmlns:a16="http://schemas.microsoft.com/office/drawing/2014/main" id="{814EA3AA-C54C-47F0-946E-BD5F2F902BF1}"/>
                </a:ext>
              </a:extLst>
            </p:cNvPr>
            <p:cNvSpPr/>
            <p:nvPr/>
          </p:nvSpPr>
          <p:spPr>
            <a:xfrm>
              <a:off x="223505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9;p2">
              <a:extLst>
                <a:ext uri="{FF2B5EF4-FFF2-40B4-BE49-F238E27FC236}">
                  <a16:creationId xmlns:a16="http://schemas.microsoft.com/office/drawing/2014/main" id="{99653922-E0B9-4B47-B444-CADA7918E12F}"/>
                </a:ext>
              </a:extLst>
            </p:cNvPr>
            <p:cNvSpPr/>
            <p:nvPr/>
          </p:nvSpPr>
          <p:spPr>
            <a:xfrm>
              <a:off x="228375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1" y="1"/>
                    <a:pt x="1" y="139"/>
                    <a:pt x="1" y="312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;p2">
              <a:extLst>
                <a:ext uri="{FF2B5EF4-FFF2-40B4-BE49-F238E27FC236}">
                  <a16:creationId xmlns:a16="http://schemas.microsoft.com/office/drawing/2014/main" id="{25B6295E-EB06-4005-BEDE-0E6D2C1BA22B}"/>
                </a:ext>
              </a:extLst>
            </p:cNvPr>
            <p:cNvSpPr/>
            <p:nvPr/>
          </p:nvSpPr>
          <p:spPr>
            <a:xfrm>
              <a:off x="23324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1;p2">
              <a:extLst>
                <a:ext uri="{FF2B5EF4-FFF2-40B4-BE49-F238E27FC236}">
                  <a16:creationId xmlns:a16="http://schemas.microsoft.com/office/drawing/2014/main" id="{E914C873-B64D-4558-AA11-7967F665C798}"/>
                </a:ext>
              </a:extLst>
            </p:cNvPr>
            <p:cNvSpPr/>
            <p:nvPr/>
          </p:nvSpPr>
          <p:spPr>
            <a:xfrm>
              <a:off x="23812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1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;p2">
              <a:extLst>
                <a:ext uri="{FF2B5EF4-FFF2-40B4-BE49-F238E27FC236}">
                  <a16:creationId xmlns:a16="http://schemas.microsoft.com/office/drawing/2014/main" id="{E661E36B-D6C7-4F92-A4CF-77BE496DB092}"/>
                </a:ext>
              </a:extLst>
            </p:cNvPr>
            <p:cNvSpPr/>
            <p:nvPr/>
          </p:nvSpPr>
          <p:spPr>
            <a:xfrm>
              <a:off x="24298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3;p2">
              <a:extLst>
                <a:ext uri="{FF2B5EF4-FFF2-40B4-BE49-F238E27FC236}">
                  <a16:creationId xmlns:a16="http://schemas.microsoft.com/office/drawing/2014/main" id="{DF98ED0E-DE5B-4ABC-99CF-22C36072ECC9}"/>
                </a:ext>
              </a:extLst>
            </p:cNvPr>
            <p:cNvSpPr/>
            <p:nvPr/>
          </p:nvSpPr>
          <p:spPr>
            <a:xfrm>
              <a:off x="24786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4;p2">
              <a:extLst>
                <a:ext uri="{FF2B5EF4-FFF2-40B4-BE49-F238E27FC236}">
                  <a16:creationId xmlns:a16="http://schemas.microsoft.com/office/drawing/2014/main" id="{9BA0AE6B-26BF-4B91-9C42-AC5C59E853C1}"/>
                </a:ext>
              </a:extLst>
            </p:cNvPr>
            <p:cNvSpPr/>
            <p:nvPr/>
          </p:nvSpPr>
          <p:spPr>
            <a:xfrm>
              <a:off x="252730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E25E61B2-ED69-4763-AB25-AEF57FE2AB7F}"/>
              </a:ext>
            </a:extLst>
          </p:cNvPr>
          <p:cNvSpPr txBox="1">
            <a:spLocks/>
          </p:cNvSpPr>
          <p:nvPr/>
        </p:nvSpPr>
        <p:spPr>
          <a:xfrm>
            <a:off x="2921739" y="1434809"/>
            <a:ext cx="4491405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Stores food name and price.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A8945E-90AA-4E62-B054-7CAF621A10C7}"/>
              </a:ext>
            </a:extLst>
          </p:cNvPr>
          <p:cNvSpPr txBox="1"/>
          <p:nvPr/>
        </p:nvSpPr>
        <p:spPr>
          <a:xfrm>
            <a:off x="1336366" y="-141630"/>
            <a:ext cx="9895301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dirty="0">
                <a:latin typeface="Eras Bold ITC" panose="020B0907030504020204" pitchFamily="34" charset="0"/>
              </a:rPr>
              <a:t>Classes Used in the Project</a:t>
            </a:r>
            <a:endParaRPr lang="en-US" sz="5400" b="1" dirty="0">
              <a:latin typeface="Eras Bold ITC" panose="020B0907030504020204" pitchFamily="34" charset="0"/>
            </a:endParaRP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73010C3-521D-4DBE-B583-E4B953D8A0F9}"/>
              </a:ext>
            </a:extLst>
          </p:cNvPr>
          <p:cNvSpPr/>
          <p:nvPr/>
        </p:nvSpPr>
        <p:spPr>
          <a:xfrm rot="16200000" flipH="1">
            <a:off x="-241661" y="219976"/>
            <a:ext cx="1864824" cy="1381502"/>
          </a:xfrm>
          <a:custGeom>
            <a:avLst/>
            <a:gdLst>
              <a:gd name="connsiteX0" fmla="*/ 2407288 w 2407288"/>
              <a:gd name="connsiteY0" fmla="*/ 0 h 1807308"/>
              <a:gd name="connsiteX1" fmla="*/ 0 w 2407288"/>
              <a:gd name="connsiteY1" fmla="*/ 0 h 1807308"/>
              <a:gd name="connsiteX2" fmla="*/ 0 w 2407288"/>
              <a:gd name="connsiteY2" fmla="*/ 1807308 h 1807308"/>
              <a:gd name="connsiteX3" fmla="*/ 45263 w 2407288"/>
              <a:gd name="connsiteY3" fmla="*/ 1765334 h 1807308"/>
              <a:gd name="connsiteX4" fmla="*/ 2328989 w 2407288"/>
              <a:gd name="connsiteY4" fmla="*/ 29607 h 1807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88" h="1807308">
                <a:moveTo>
                  <a:pt x="2407288" y="0"/>
                </a:moveTo>
                <a:lnTo>
                  <a:pt x="0" y="0"/>
                </a:lnTo>
                <a:lnTo>
                  <a:pt x="0" y="1807308"/>
                </a:lnTo>
                <a:lnTo>
                  <a:pt x="45263" y="1765334"/>
                </a:lnTo>
                <a:cubicBezTo>
                  <a:pt x="766809" y="1087502"/>
                  <a:pt x="1485499" y="386979"/>
                  <a:pt x="2328989" y="29607"/>
                </a:cubicBezTo>
                <a:close/>
              </a:path>
            </a:pathLst>
          </a:custGeom>
          <a:solidFill>
            <a:srgbClr val="073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597787E9-0CD0-4A1A-9025-57C64D4FF9AE}"/>
              </a:ext>
            </a:extLst>
          </p:cNvPr>
          <p:cNvSpPr txBox="1">
            <a:spLocks/>
          </p:cNvSpPr>
          <p:nvPr/>
        </p:nvSpPr>
        <p:spPr>
          <a:xfrm>
            <a:off x="2915099" y="888538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FoodItem</a:t>
            </a: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B64EE72-D29A-48F0-9CD1-EAF8FAF950FC}"/>
              </a:ext>
            </a:extLst>
          </p:cNvPr>
          <p:cNvSpPr>
            <a:spLocks noChangeAspect="1"/>
          </p:cNvSpPr>
          <p:nvPr/>
        </p:nvSpPr>
        <p:spPr>
          <a:xfrm rot="10800000">
            <a:off x="2512176" y="21643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10A96C-328C-4ABF-B49C-B3B4F2706AF0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31641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B6F5D4C-949C-4E25-BD11-B2B1CCB448DD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4258113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6508CCA5-1BE0-4A7E-8636-75EFF494D40B}"/>
              </a:ext>
            </a:extLst>
          </p:cNvPr>
          <p:cNvSpPr txBox="1">
            <a:spLocks/>
          </p:cNvSpPr>
          <p:nvPr/>
        </p:nvSpPr>
        <p:spPr>
          <a:xfrm>
            <a:off x="2831331" y="3022298"/>
            <a:ext cx="2016879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Restaurant</a:t>
            </a:r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16E66DF5-E768-4598-86F4-A60F078409E6}"/>
              </a:ext>
            </a:extLst>
          </p:cNvPr>
          <p:cNvSpPr txBox="1">
            <a:spLocks/>
          </p:cNvSpPr>
          <p:nvPr/>
        </p:nvSpPr>
        <p:spPr>
          <a:xfrm>
            <a:off x="2873016" y="4186963"/>
            <a:ext cx="4171946" cy="830997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Cart</a:t>
            </a:r>
          </a:p>
          <a:p>
            <a:pPr algn="l"/>
            <a:endParaRPr lang="en-US" b="1" dirty="0">
              <a:latin typeface="Open Sans" panose="020B0606030504020204"/>
            </a:endParaRPr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4BC976A8-878A-4018-B3E4-4C45E6D829FE}"/>
              </a:ext>
            </a:extLst>
          </p:cNvPr>
          <p:cNvSpPr txBox="1">
            <a:spLocks/>
          </p:cNvSpPr>
          <p:nvPr/>
        </p:nvSpPr>
        <p:spPr>
          <a:xfrm>
            <a:off x="2910138" y="4586509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Stores selected items and calculates the total bill.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E6212D-2240-475B-9FDF-86EC1A390A1D}"/>
              </a:ext>
            </a:extLst>
          </p:cNvPr>
          <p:cNvCxnSpPr>
            <a:cxnSpLocks/>
          </p:cNvCxnSpPr>
          <p:nvPr/>
        </p:nvCxnSpPr>
        <p:spPr>
          <a:xfrm>
            <a:off x="1714500" y="706163"/>
            <a:ext cx="8858250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5054888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C00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" name="Graphic 4">
            <a:extLst>
              <a:ext uri="{FF2B5EF4-FFF2-40B4-BE49-F238E27FC236}">
                <a16:creationId xmlns:a16="http://schemas.microsoft.com/office/drawing/2014/main" id="{E80E9FB1-E7C3-484F-B0FA-0659AB73B5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 rot="10800000">
            <a:off x="-2" y="3057079"/>
            <a:ext cx="12192002" cy="4052865"/>
          </a:xfrm>
          <a:prstGeom prst="rect">
            <a:avLst/>
          </a:prstGeom>
        </p:spPr>
      </p:pic>
      <p:sp>
        <p:nvSpPr>
          <p:cNvPr id="340" name="TextBox 339">
            <a:extLst>
              <a:ext uri="{FF2B5EF4-FFF2-40B4-BE49-F238E27FC236}">
                <a16:creationId xmlns:a16="http://schemas.microsoft.com/office/drawing/2014/main" id="{A3A2F9CE-A4E0-48B9-961C-357F02D842F6}"/>
              </a:ext>
            </a:extLst>
          </p:cNvPr>
          <p:cNvSpPr txBox="1"/>
          <p:nvPr/>
        </p:nvSpPr>
        <p:spPr>
          <a:xfrm>
            <a:off x="3295332" y="288596"/>
            <a:ext cx="560133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MENU </a:t>
            </a:r>
            <a:r>
              <a:rPr lang="en-US" sz="48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OVERVIEW</a:t>
            </a:r>
          </a:p>
        </p:txBody>
      </p:sp>
      <p:sp>
        <p:nvSpPr>
          <p:cNvPr id="344" name="TextBox 343">
            <a:extLst>
              <a:ext uri="{FF2B5EF4-FFF2-40B4-BE49-F238E27FC236}">
                <a16:creationId xmlns:a16="http://schemas.microsoft.com/office/drawing/2014/main" id="{89979BD7-FF70-4C93-9554-85A09FE543FA}"/>
              </a:ext>
            </a:extLst>
          </p:cNvPr>
          <p:cNvSpPr txBox="1"/>
          <p:nvPr/>
        </p:nvSpPr>
        <p:spPr>
          <a:xfrm>
            <a:off x="176463" y="1706145"/>
            <a:ext cx="672916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Designed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for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speed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and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convenience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during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short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breaks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Includes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only </a:t>
            </a: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Fast-Ready items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(30–45 minutes prep time)</a:t>
            </a:r>
            <a:b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</a:b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	</a:t>
            </a:r>
            <a:r>
              <a:rPr lang="en-US" sz="2000" b="1" i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Fries, Burgers, Pizza, Cold Drink</a:t>
            </a:r>
            <a:endParaRPr lang="en-US" sz="2000" b="1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Estimated preparation time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shown for each item</a:t>
            </a:r>
          </a:p>
          <a:p>
            <a:pPr marL="285750" indent="-285750">
              <a:buFont typeface="Arial" panose="020B0604020202020204" pitchFamily="34" charset="0"/>
              <a:buChar char="•"/>
            </a:pP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Role-based ordering: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Students:</a:t>
            </a: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Quick self-pickup</a:t>
            </a:r>
          </a:p>
          <a:p>
            <a:pPr marL="742950" lvl="1" indent="-285750">
              <a:buFont typeface="Wingdings" panose="05000000000000000000" pitchFamily="2" charset="2"/>
              <a:buChar char="§"/>
            </a:pPr>
            <a:r>
              <a:rPr lang="en-US" sz="20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Teachers:</a:t>
            </a:r>
            <a:r>
              <a:rPr lang="en-US" sz="2000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Parcel / delivery option</a:t>
            </a:r>
          </a:p>
          <a:p>
            <a:pPr marL="285750" indent="-285750">
              <a:buFont typeface="Wingdings" panose="05000000000000000000" pitchFamily="2" charset="2"/>
              <a:buChar char="§"/>
            </a:pPr>
            <a:r>
              <a:rPr lang="en-US" sz="2000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Helps users </a:t>
            </a:r>
            <a:r>
              <a:rPr lang="en-US" sz="2000" b="1" dirty="0">
                <a:solidFill>
                  <a:schemeClr val="bg1"/>
                </a:solidFill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</a:rPr>
              <a:t>order quickly, avoid queues, and arrive on time</a:t>
            </a:r>
            <a:endParaRPr lang="en-US" sz="2000" dirty="0">
              <a:solidFill>
                <a:schemeClr val="bg1"/>
              </a:solidFill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cxnSp>
        <p:nvCxnSpPr>
          <p:cNvPr id="338" name="Straight Arrow Connector 337">
            <a:extLst>
              <a:ext uri="{FF2B5EF4-FFF2-40B4-BE49-F238E27FC236}">
                <a16:creationId xmlns:a16="http://schemas.microsoft.com/office/drawing/2014/main" id="{782974B2-91D7-4C4C-A632-511B05D19401}"/>
              </a:ext>
            </a:extLst>
          </p:cNvPr>
          <p:cNvCxnSpPr/>
          <p:nvPr/>
        </p:nvCxnSpPr>
        <p:spPr>
          <a:xfrm>
            <a:off x="3372266" y="1119593"/>
            <a:ext cx="5172501" cy="0"/>
          </a:xfrm>
          <a:prstGeom prst="straightConnector1">
            <a:avLst/>
          </a:prstGeom>
          <a:ln>
            <a:tailEnd type="triangle"/>
          </a:ln>
        </p:spPr>
        <p:style>
          <a:lnRef idx="2">
            <a:schemeClr val="dk1"/>
          </a:lnRef>
          <a:fillRef idx="0">
            <a:schemeClr val="dk1"/>
          </a:fillRef>
          <a:effectRef idx="1">
            <a:schemeClr val="dk1"/>
          </a:effectRef>
          <a:fontRef idx="minor">
            <a:schemeClr val="tx1"/>
          </a:fontRef>
        </p:style>
      </p:cxnSp>
      <p:sp>
        <p:nvSpPr>
          <p:cNvPr id="351" name="Rectangle: Rounded Corners 350">
            <a:extLst>
              <a:ext uri="{FF2B5EF4-FFF2-40B4-BE49-F238E27FC236}">
                <a16:creationId xmlns:a16="http://schemas.microsoft.com/office/drawing/2014/main" id="{C752C937-7BF5-42BB-875E-DF71B1FA7AC5}"/>
              </a:ext>
            </a:extLst>
          </p:cNvPr>
          <p:cNvSpPr>
            <a:spLocks noChangeAspect="1"/>
          </p:cNvSpPr>
          <p:nvPr/>
        </p:nvSpPr>
        <p:spPr>
          <a:xfrm>
            <a:off x="715011" y="261883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bg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>
                  <a:lumMod val="95000"/>
                  <a:lumOff val="5000"/>
                </a:schemeClr>
              </a:solidFill>
            </a:endParaRP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18BC91AF-725C-4315-8F25-A8DC326E0B5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1327400">
            <a:off x="7008587" y="1747757"/>
            <a:ext cx="4978375" cy="328793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39120249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5" name="Rectangle 44">
            <a:extLst>
              <a:ext uri="{FF2B5EF4-FFF2-40B4-BE49-F238E27FC236}">
                <a16:creationId xmlns:a16="http://schemas.microsoft.com/office/drawing/2014/main" id="{5D30C537-F2B1-4722-BF1D-5714066914DD}"/>
              </a:ext>
            </a:extLst>
          </p:cNvPr>
          <p:cNvSpPr/>
          <p:nvPr/>
        </p:nvSpPr>
        <p:spPr>
          <a:xfrm>
            <a:off x="5670615" y="1103824"/>
            <a:ext cx="6647326" cy="3570823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innerShdw blurRad="63500" dist="50800" dir="8100000">
              <a:prstClr val="black">
                <a:alpha val="50000"/>
              </a:prstClr>
            </a:inn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 dirty="0"/>
          </a:p>
        </p:txBody>
      </p:sp>
      <p:grpSp>
        <p:nvGrpSpPr>
          <p:cNvPr id="188" name="Google Shape;13;p2">
            <a:extLst>
              <a:ext uri="{FF2B5EF4-FFF2-40B4-BE49-F238E27FC236}">
                <a16:creationId xmlns:a16="http://schemas.microsoft.com/office/drawing/2014/main" id="{CD52C514-04ED-48F6-AAC3-2464F49D8ED0}"/>
              </a:ext>
            </a:extLst>
          </p:cNvPr>
          <p:cNvGrpSpPr/>
          <p:nvPr/>
        </p:nvGrpSpPr>
        <p:grpSpPr>
          <a:xfrm>
            <a:off x="10599713" y="6213988"/>
            <a:ext cx="1021375" cy="336206"/>
            <a:chOff x="2235050" y="548425"/>
            <a:chExt cx="307875" cy="1013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9" name="Google Shape;14;p2">
              <a:extLst>
                <a:ext uri="{FF2B5EF4-FFF2-40B4-BE49-F238E27FC236}">
                  <a16:creationId xmlns:a16="http://schemas.microsoft.com/office/drawing/2014/main" id="{59DC85ED-231A-4E26-B925-D9D58C2F9A52}"/>
                </a:ext>
              </a:extLst>
            </p:cNvPr>
            <p:cNvSpPr/>
            <p:nvPr/>
          </p:nvSpPr>
          <p:spPr>
            <a:xfrm>
              <a:off x="223505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5;p2">
              <a:extLst>
                <a:ext uri="{FF2B5EF4-FFF2-40B4-BE49-F238E27FC236}">
                  <a16:creationId xmlns:a16="http://schemas.microsoft.com/office/drawing/2014/main" id="{F994880F-473E-4421-B6FA-0E4A754679DC}"/>
                </a:ext>
              </a:extLst>
            </p:cNvPr>
            <p:cNvSpPr/>
            <p:nvPr/>
          </p:nvSpPr>
          <p:spPr>
            <a:xfrm>
              <a:off x="228375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6;p2">
              <a:extLst>
                <a:ext uri="{FF2B5EF4-FFF2-40B4-BE49-F238E27FC236}">
                  <a16:creationId xmlns:a16="http://schemas.microsoft.com/office/drawing/2014/main" id="{D2C5B3D0-858E-48B8-945F-9C83FAF22A14}"/>
                </a:ext>
              </a:extLst>
            </p:cNvPr>
            <p:cNvSpPr/>
            <p:nvPr/>
          </p:nvSpPr>
          <p:spPr>
            <a:xfrm>
              <a:off x="23324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7;p2">
              <a:extLst>
                <a:ext uri="{FF2B5EF4-FFF2-40B4-BE49-F238E27FC236}">
                  <a16:creationId xmlns:a16="http://schemas.microsoft.com/office/drawing/2014/main" id="{242C7166-7E27-45F1-9394-F379DB245A34}"/>
                </a:ext>
              </a:extLst>
            </p:cNvPr>
            <p:cNvSpPr/>
            <p:nvPr/>
          </p:nvSpPr>
          <p:spPr>
            <a:xfrm>
              <a:off x="23812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8;p2">
              <a:extLst>
                <a:ext uri="{FF2B5EF4-FFF2-40B4-BE49-F238E27FC236}">
                  <a16:creationId xmlns:a16="http://schemas.microsoft.com/office/drawing/2014/main" id="{CF73CCA1-8785-4B98-BE92-C75F0ED1FEE8}"/>
                </a:ext>
              </a:extLst>
            </p:cNvPr>
            <p:cNvSpPr/>
            <p:nvPr/>
          </p:nvSpPr>
          <p:spPr>
            <a:xfrm>
              <a:off x="24298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;p2">
              <a:extLst>
                <a:ext uri="{FF2B5EF4-FFF2-40B4-BE49-F238E27FC236}">
                  <a16:creationId xmlns:a16="http://schemas.microsoft.com/office/drawing/2014/main" id="{6DCB5D18-9C91-45A5-A921-C83AA38D8CCD}"/>
                </a:ext>
              </a:extLst>
            </p:cNvPr>
            <p:cNvSpPr/>
            <p:nvPr/>
          </p:nvSpPr>
          <p:spPr>
            <a:xfrm>
              <a:off x="24786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0;p2">
              <a:extLst>
                <a:ext uri="{FF2B5EF4-FFF2-40B4-BE49-F238E27FC236}">
                  <a16:creationId xmlns:a16="http://schemas.microsoft.com/office/drawing/2014/main" id="{A95A1E44-C612-4BD3-AD34-DC96FF7463F6}"/>
                </a:ext>
              </a:extLst>
            </p:cNvPr>
            <p:cNvSpPr/>
            <p:nvPr/>
          </p:nvSpPr>
          <p:spPr>
            <a:xfrm>
              <a:off x="252730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1;p2">
              <a:extLst>
                <a:ext uri="{FF2B5EF4-FFF2-40B4-BE49-F238E27FC236}">
                  <a16:creationId xmlns:a16="http://schemas.microsoft.com/office/drawing/2014/main" id="{06F65881-DA43-4BD1-81BD-EC7A039A525C}"/>
                </a:ext>
              </a:extLst>
            </p:cNvPr>
            <p:cNvSpPr/>
            <p:nvPr/>
          </p:nvSpPr>
          <p:spPr>
            <a:xfrm>
              <a:off x="223505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2;p2">
              <a:extLst>
                <a:ext uri="{FF2B5EF4-FFF2-40B4-BE49-F238E27FC236}">
                  <a16:creationId xmlns:a16="http://schemas.microsoft.com/office/drawing/2014/main" id="{76B8A35B-50BB-4F9C-AB2A-D363ADB1F0EE}"/>
                </a:ext>
              </a:extLst>
            </p:cNvPr>
            <p:cNvSpPr/>
            <p:nvPr/>
          </p:nvSpPr>
          <p:spPr>
            <a:xfrm>
              <a:off x="228375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3;p2">
              <a:extLst>
                <a:ext uri="{FF2B5EF4-FFF2-40B4-BE49-F238E27FC236}">
                  <a16:creationId xmlns:a16="http://schemas.microsoft.com/office/drawing/2014/main" id="{D395870A-A3F2-439D-8F0F-BB7DE3FA2C51}"/>
                </a:ext>
              </a:extLst>
            </p:cNvPr>
            <p:cNvSpPr/>
            <p:nvPr/>
          </p:nvSpPr>
          <p:spPr>
            <a:xfrm>
              <a:off x="23324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4;p2">
              <a:extLst>
                <a:ext uri="{FF2B5EF4-FFF2-40B4-BE49-F238E27FC236}">
                  <a16:creationId xmlns:a16="http://schemas.microsoft.com/office/drawing/2014/main" id="{482540A2-864D-4BB9-B89A-B22D16BD8716}"/>
                </a:ext>
              </a:extLst>
            </p:cNvPr>
            <p:cNvSpPr/>
            <p:nvPr/>
          </p:nvSpPr>
          <p:spPr>
            <a:xfrm>
              <a:off x="23812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5;p2">
              <a:extLst>
                <a:ext uri="{FF2B5EF4-FFF2-40B4-BE49-F238E27FC236}">
                  <a16:creationId xmlns:a16="http://schemas.microsoft.com/office/drawing/2014/main" id="{6EBA0479-5E96-46F4-80BE-C48E7C2B8B81}"/>
                </a:ext>
              </a:extLst>
            </p:cNvPr>
            <p:cNvSpPr/>
            <p:nvPr/>
          </p:nvSpPr>
          <p:spPr>
            <a:xfrm>
              <a:off x="24298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6;p2">
              <a:extLst>
                <a:ext uri="{FF2B5EF4-FFF2-40B4-BE49-F238E27FC236}">
                  <a16:creationId xmlns:a16="http://schemas.microsoft.com/office/drawing/2014/main" id="{F117DD64-3052-4A62-BB2B-D55D106D6478}"/>
                </a:ext>
              </a:extLst>
            </p:cNvPr>
            <p:cNvSpPr/>
            <p:nvPr/>
          </p:nvSpPr>
          <p:spPr>
            <a:xfrm>
              <a:off x="24786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7;p2">
              <a:extLst>
                <a:ext uri="{FF2B5EF4-FFF2-40B4-BE49-F238E27FC236}">
                  <a16:creationId xmlns:a16="http://schemas.microsoft.com/office/drawing/2014/main" id="{1336F33F-621C-469F-88D8-33004AA3FFF0}"/>
                </a:ext>
              </a:extLst>
            </p:cNvPr>
            <p:cNvSpPr/>
            <p:nvPr/>
          </p:nvSpPr>
          <p:spPr>
            <a:xfrm>
              <a:off x="252730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8;p2">
              <a:extLst>
                <a:ext uri="{FF2B5EF4-FFF2-40B4-BE49-F238E27FC236}">
                  <a16:creationId xmlns:a16="http://schemas.microsoft.com/office/drawing/2014/main" id="{11AA9DE9-737E-4F8B-995B-9AB63B0DC986}"/>
                </a:ext>
              </a:extLst>
            </p:cNvPr>
            <p:cNvSpPr/>
            <p:nvPr/>
          </p:nvSpPr>
          <p:spPr>
            <a:xfrm>
              <a:off x="223505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9;p2">
              <a:extLst>
                <a:ext uri="{FF2B5EF4-FFF2-40B4-BE49-F238E27FC236}">
                  <a16:creationId xmlns:a16="http://schemas.microsoft.com/office/drawing/2014/main" id="{7EE5EE0D-1262-4FE8-889E-2129EF2DE902}"/>
                </a:ext>
              </a:extLst>
            </p:cNvPr>
            <p:cNvSpPr/>
            <p:nvPr/>
          </p:nvSpPr>
          <p:spPr>
            <a:xfrm>
              <a:off x="228375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1" y="1"/>
                    <a:pt x="1" y="139"/>
                    <a:pt x="1" y="312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0;p2">
              <a:extLst>
                <a:ext uri="{FF2B5EF4-FFF2-40B4-BE49-F238E27FC236}">
                  <a16:creationId xmlns:a16="http://schemas.microsoft.com/office/drawing/2014/main" id="{E2F84F29-F546-48CE-86A1-F5827F80E40B}"/>
                </a:ext>
              </a:extLst>
            </p:cNvPr>
            <p:cNvSpPr/>
            <p:nvPr/>
          </p:nvSpPr>
          <p:spPr>
            <a:xfrm>
              <a:off x="23324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1;p2">
              <a:extLst>
                <a:ext uri="{FF2B5EF4-FFF2-40B4-BE49-F238E27FC236}">
                  <a16:creationId xmlns:a16="http://schemas.microsoft.com/office/drawing/2014/main" id="{2D4F603B-43E1-4D12-8E60-4D57416E5C03}"/>
                </a:ext>
              </a:extLst>
            </p:cNvPr>
            <p:cNvSpPr/>
            <p:nvPr/>
          </p:nvSpPr>
          <p:spPr>
            <a:xfrm>
              <a:off x="23812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1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2;p2">
              <a:extLst>
                <a:ext uri="{FF2B5EF4-FFF2-40B4-BE49-F238E27FC236}">
                  <a16:creationId xmlns:a16="http://schemas.microsoft.com/office/drawing/2014/main" id="{9F405111-F06B-4FB8-98F6-D92AC339E116}"/>
                </a:ext>
              </a:extLst>
            </p:cNvPr>
            <p:cNvSpPr/>
            <p:nvPr/>
          </p:nvSpPr>
          <p:spPr>
            <a:xfrm>
              <a:off x="24298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3;p2">
              <a:extLst>
                <a:ext uri="{FF2B5EF4-FFF2-40B4-BE49-F238E27FC236}">
                  <a16:creationId xmlns:a16="http://schemas.microsoft.com/office/drawing/2014/main" id="{58B84D01-225D-48AF-B1CC-D604910C4F88}"/>
                </a:ext>
              </a:extLst>
            </p:cNvPr>
            <p:cNvSpPr/>
            <p:nvPr/>
          </p:nvSpPr>
          <p:spPr>
            <a:xfrm>
              <a:off x="24786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4;p2">
              <a:extLst>
                <a:ext uri="{FF2B5EF4-FFF2-40B4-BE49-F238E27FC236}">
                  <a16:creationId xmlns:a16="http://schemas.microsoft.com/office/drawing/2014/main" id="{0140CE2D-F82D-4C1A-96DE-F510B134B005}"/>
                </a:ext>
              </a:extLst>
            </p:cNvPr>
            <p:cNvSpPr/>
            <p:nvPr/>
          </p:nvSpPr>
          <p:spPr>
            <a:xfrm>
              <a:off x="252730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8" name="TextBox 47">
            <a:extLst>
              <a:ext uri="{FF2B5EF4-FFF2-40B4-BE49-F238E27FC236}">
                <a16:creationId xmlns:a16="http://schemas.microsoft.com/office/drawing/2014/main" id="{BE3630FD-8F71-4DB7-84C4-39CC9D343A00}"/>
              </a:ext>
            </a:extLst>
          </p:cNvPr>
          <p:cNvSpPr txBox="1"/>
          <p:nvPr/>
        </p:nvSpPr>
        <p:spPr>
          <a:xfrm>
            <a:off x="1316208" y="-21686"/>
            <a:ext cx="3785913" cy="212365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4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PAYMENT AND BILLING SYSTEM</a:t>
            </a:r>
          </a:p>
        </p:txBody>
      </p:sp>
      <p:sp>
        <p:nvSpPr>
          <p:cNvPr id="49" name="TextBox 48">
            <a:extLst>
              <a:ext uri="{FF2B5EF4-FFF2-40B4-BE49-F238E27FC236}">
                <a16:creationId xmlns:a16="http://schemas.microsoft.com/office/drawing/2014/main" id="{4F9DAB6B-ACFF-4277-ABF6-2E2F6A0B0E40}"/>
              </a:ext>
            </a:extLst>
          </p:cNvPr>
          <p:cNvSpPr txBox="1"/>
          <p:nvPr/>
        </p:nvSpPr>
        <p:spPr>
          <a:xfrm>
            <a:off x="7644409" y="24164"/>
            <a:ext cx="3408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 err="1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GRide</a:t>
            </a:r>
            <a:r>
              <a:rPr 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1" spc="300" dirty="0" err="1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QuickBite</a:t>
            </a:r>
            <a:endParaRPr lang="en-US" sz="2000" b="1" spc="300" dirty="0">
              <a:solidFill>
                <a:srgbClr val="FFC000"/>
              </a:solidFill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33214BC-60F7-4DA1-92B9-1ED2E6D958F6}"/>
              </a:ext>
            </a:extLst>
          </p:cNvPr>
          <p:cNvSpPr/>
          <p:nvPr/>
        </p:nvSpPr>
        <p:spPr>
          <a:xfrm rot="16200000" flipH="1">
            <a:off x="-241661" y="219976"/>
            <a:ext cx="1864824" cy="1381502"/>
          </a:xfrm>
          <a:custGeom>
            <a:avLst/>
            <a:gdLst>
              <a:gd name="connsiteX0" fmla="*/ 2407288 w 2407288"/>
              <a:gd name="connsiteY0" fmla="*/ 0 h 1807308"/>
              <a:gd name="connsiteX1" fmla="*/ 0 w 2407288"/>
              <a:gd name="connsiteY1" fmla="*/ 0 h 1807308"/>
              <a:gd name="connsiteX2" fmla="*/ 0 w 2407288"/>
              <a:gd name="connsiteY2" fmla="*/ 1807308 h 1807308"/>
              <a:gd name="connsiteX3" fmla="*/ 45263 w 2407288"/>
              <a:gd name="connsiteY3" fmla="*/ 1765334 h 1807308"/>
              <a:gd name="connsiteX4" fmla="*/ 2328989 w 2407288"/>
              <a:gd name="connsiteY4" fmla="*/ 29607 h 1807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88" h="1807308">
                <a:moveTo>
                  <a:pt x="2407288" y="0"/>
                </a:moveTo>
                <a:lnTo>
                  <a:pt x="0" y="0"/>
                </a:lnTo>
                <a:lnTo>
                  <a:pt x="0" y="1807308"/>
                </a:lnTo>
                <a:lnTo>
                  <a:pt x="45263" y="1765334"/>
                </a:lnTo>
                <a:cubicBezTo>
                  <a:pt x="766809" y="1087502"/>
                  <a:pt x="1485499" y="386979"/>
                  <a:pt x="2328989" y="296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B23B2E2-BABD-464E-8E23-C96A2BFEFE49}"/>
              </a:ext>
            </a:extLst>
          </p:cNvPr>
          <p:cNvSpPr>
            <a:spLocks/>
          </p:cNvSpPr>
          <p:nvPr/>
        </p:nvSpPr>
        <p:spPr bwMode="auto">
          <a:xfrm flipH="1">
            <a:off x="-4" y="5014862"/>
            <a:ext cx="12291625" cy="1768570"/>
          </a:xfrm>
          <a:custGeom>
            <a:avLst/>
            <a:gdLst>
              <a:gd name="connsiteX0" fmla="*/ 12192000 w 12192000"/>
              <a:gd name="connsiteY0" fmla="*/ 0 h 2829534"/>
              <a:gd name="connsiteX1" fmla="*/ 12192000 w 12192000"/>
              <a:gd name="connsiteY1" fmla="*/ 2829534 h 2829534"/>
              <a:gd name="connsiteX2" fmla="*/ 0 w 12192000"/>
              <a:gd name="connsiteY2" fmla="*/ 2829534 h 2829534"/>
              <a:gd name="connsiteX3" fmla="*/ 0 w 12192000"/>
              <a:gd name="connsiteY3" fmla="*/ 863716 h 2829534"/>
              <a:gd name="connsiteX4" fmla="*/ 27922 w 12192000"/>
              <a:gd name="connsiteY4" fmla="*/ 856220 h 2829534"/>
              <a:gd name="connsiteX5" fmla="*/ 3059271 w 12192000"/>
              <a:gd name="connsiteY5" fmla="*/ 942382 h 2829534"/>
              <a:gd name="connsiteX6" fmla="*/ 8223791 w 12192000"/>
              <a:gd name="connsiteY6" fmla="*/ 1779750 h 2829534"/>
              <a:gd name="connsiteX7" fmla="*/ 12113632 w 12192000"/>
              <a:gd name="connsiteY7" fmla="*/ 63484 h 282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829534">
                <a:moveTo>
                  <a:pt x="12192000" y="0"/>
                </a:moveTo>
                <a:lnTo>
                  <a:pt x="12192000" y="2829534"/>
                </a:lnTo>
                <a:lnTo>
                  <a:pt x="0" y="2829534"/>
                </a:lnTo>
                <a:lnTo>
                  <a:pt x="0" y="863716"/>
                </a:lnTo>
                <a:lnTo>
                  <a:pt x="27922" y="856220"/>
                </a:lnTo>
                <a:cubicBezTo>
                  <a:pt x="590559" y="712617"/>
                  <a:pt x="1865103" y="482851"/>
                  <a:pt x="3059271" y="942382"/>
                </a:cubicBezTo>
                <a:cubicBezTo>
                  <a:pt x="4651495" y="1555090"/>
                  <a:pt x="5733390" y="2045257"/>
                  <a:pt x="8223791" y="1779750"/>
                </a:cubicBezTo>
                <a:cubicBezTo>
                  <a:pt x="9937112" y="1597214"/>
                  <a:pt x="11379473" y="642410"/>
                  <a:pt x="12113632" y="63484"/>
                </a:cubicBezTo>
                <a:close/>
              </a:path>
            </a:pathLst>
          </a:custGeom>
          <a:solidFill>
            <a:srgbClr val="073B4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D" dirty="0">
              <a:highlight>
                <a:srgbClr val="FFFF00"/>
              </a:highlight>
            </a:endParaRPr>
          </a:p>
        </p:txBody>
      </p:sp>
      <p:sp>
        <p:nvSpPr>
          <p:cNvPr id="5" name="Rectangle 2">
            <a:extLst>
              <a:ext uri="{FF2B5EF4-FFF2-40B4-BE49-F238E27FC236}">
                <a16:creationId xmlns:a16="http://schemas.microsoft.com/office/drawing/2014/main" id="{63BF9A88-D164-4EB6-BC77-F8C4D2C5412A}"/>
              </a:ext>
            </a:extLst>
          </p:cNvPr>
          <p:cNvSpPr>
            <a:spLocks noChangeArrowheads="1"/>
          </p:cNvSpPr>
          <p:nvPr/>
        </p:nvSpPr>
        <p:spPr bwMode="auto">
          <a:xfrm>
            <a:off x="7210483" y="1106905"/>
            <a:ext cx="4981518" cy="3416320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Bill is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latin typeface="Franklin Gothic Book" panose="020B0503020102020204" pitchFamily="34" charset="0"/>
              </a:rPr>
              <a:t>generated automatically </a:t>
            </a: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after placing an order</a:t>
            </a: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Users can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latin typeface="Franklin Gothic Book" panose="020B0503020102020204" pitchFamily="34" charset="0"/>
              </a:rPr>
              <a:t>pay by cash or online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latin typeface="Franklin Gothic Book" panose="020B0503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Online payment options: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EasyPaisa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 &amp; </a:t>
            </a:r>
            <a:r>
              <a:rPr kumimoji="0" lang="en-US" altLang="en-US" sz="2400" b="1" i="0" u="none" strike="noStrike" cap="none" normalizeH="0" baseline="0" dirty="0" err="1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JazzCash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solidFill>
                <a:schemeClr val="bg1"/>
              </a:solidFill>
              <a:latin typeface="Franklin Gothic Book" panose="020B0503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Makes billing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latin typeface="Franklin Gothic Book" panose="020B0503020102020204" pitchFamily="34" charset="0"/>
              </a:rPr>
              <a:t>faster and more accurate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latin typeface="Franklin Gothic Book" panose="020B0503020102020204" pitchFamily="34" charset="0"/>
            </a:endParaRPr>
          </a:p>
          <a:p>
            <a:pPr marL="285750" marR="0" lvl="0" indent="-28575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24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latin typeface="Franklin Gothic Book" panose="020B0503020102020204" pitchFamily="34" charset="0"/>
              </a:rPr>
              <a:t>Easy to use for </a:t>
            </a:r>
            <a:r>
              <a:rPr kumimoji="0" lang="en-US" altLang="en-US" sz="2400" b="1" i="0" u="none" strike="noStrike" cap="none" normalizeH="0" baseline="0" dirty="0">
                <a:ln>
                  <a:noFill/>
                </a:ln>
                <a:latin typeface="Franklin Gothic Book" panose="020B0503020102020204" pitchFamily="34" charset="0"/>
              </a:rPr>
              <a:t>students, teachers, and cafe staff</a:t>
            </a:r>
            <a:endParaRPr kumimoji="0" lang="en-US" altLang="en-US" sz="2400" b="0" i="0" u="none" strike="noStrike" cap="none" normalizeH="0" baseline="0" dirty="0">
              <a:ln>
                <a:noFill/>
              </a:ln>
              <a:latin typeface="Franklin Gothic Book" panose="020B0503020102020204" pitchFamily="34" charset="0"/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CD2FF8E-6AEE-4C07-9FF2-C8F40B3B0DED}"/>
              </a:ext>
            </a:extLst>
          </p:cNvPr>
          <p:cNvSpPr>
            <a:spLocks noChangeAspect="1"/>
          </p:cNvSpPr>
          <p:nvPr/>
        </p:nvSpPr>
        <p:spPr>
          <a:xfrm>
            <a:off x="11483904" y="115378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1"/>
          </a:solidFill>
          <a:ln>
            <a:noFill/>
          </a:ln>
          <a:effectLst>
            <a:outerShdw blurRad="2413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C69F8688-9C43-422F-9EE6-47C7A6225B1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8495" y="2237982"/>
            <a:ext cx="4991359" cy="4154241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225405359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3;p2">
            <a:extLst>
              <a:ext uri="{FF2B5EF4-FFF2-40B4-BE49-F238E27FC236}">
                <a16:creationId xmlns:a16="http://schemas.microsoft.com/office/drawing/2014/main" id="{CD52C514-04ED-48F6-AAC3-2464F49D8ED0}"/>
              </a:ext>
            </a:extLst>
          </p:cNvPr>
          <p:cNvGrpSpPr/>
          <p:nvPr/>
        </p:nvGrpSpPr>
        <p:grpSpPr>
          <a:xfrm>
            <a:off x="10599713" y="6213988"/>
            <a:ext cx="1021375" cy="336206"/>
            <a:chOff x="2235050" y="548425"/>
            <a:chExt cx="307875" cy="101325"/>
          </a:xfrm>
          <a:solidFill>
            <a:schemeClr val="tx1">
              <a:lumMod val="95000"/>
              <a:lumOff val="5000"/>
            </a:schemeClr>
          </a:solidFill>
        </p:grpSpPr>
        <p:sp>
          <p:nvSpPr>
            <p:cNvPr id="189" name="Google Shape;14;p2">
              <a:extLst>
                <a:ext uri="{FF2B5EF4-FFF2-40B4-BE49-F238E27FC236}">
                  <a16:creationId xmlns:a16="http://schemas.microsoft.com/office/drawing/2014/main" id="{59DC85ED-231A-4E26-B925-D9D58C2F9A52}"/>
                </a:ext>
              </a:extLst>
            </p:cNvPr>
            <p:cNvSpPr/>
            <p:nvPr/>
          </p:nvSpPr>
          <p:spPr>
            <a:xfrm>
              <a:off x="223505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0" name="Google Shape;15;p2">
              <a:extLst>
                <a:ext uri="{FF2B5EF4-FFF2-40B4-BE49-F238E27FC236}">
                  <a16:creationId xmlns:a16="http://schemas.microsoft.com/office/drawing/2014/main" id="{F994880F-473E-4421-B6FA-0E4A754679DC}"/>
                </a:ext>
              </a:extLst>
            </p:cNvPr>
            <p:cNvSpPr/>
            <p:nvPr/>
          </p:nvSpPr>
          <p:spPr>
            <a:xfrm>
              <a:off x="228375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1" name="Google Shape;16;p2">
              <a:extLst>
                <a:ext uri="{FF2B5EF4-FFF2-40B4-BE49-F238E27FC236}">
                  <a16:creationId xmlns:a16="http://schemas.microsoft.com/office/drawing/2014/main" id="{D2C5B3D0-858E-48B8-945F-9C83FAF22A14}"/>
                </a:ext>
              </a:extLst>
            </p:cNvPr>
            <p:cNvSpPr/>
            <p:nvPr/>
          </p:nvSpPr>
          <p:spPr>
            <a:xfrm>
              <a:off x="23324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2" name="Google Shape;17;p2">
              <a:extLst>
                <a:ext uri="{FF2B5EF4-FFF2-40B4-BE49-F238E27FC236}">
                  <a16:creationId xmlns:a16="http://schemas.microsoft.com/office/drawing/2014/main" id="{242C7166-7E27-45F1-9394-F379DB245A34}"/>
                </a:ext>
              </a:extLst>
            </p:cNvPr>
            <p:cNvSpPr/>
            <p:nvPr/>
          </p:nvSpPr>
          <p:spPr>
            <a:xfrm>
              <a:off x="23812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3" name="Google Shape;18;p2">
              <a:extLst>
                <a:ext uri="{FF2B5EF4-FFF2-40B4-BE49-F238E27FC236}">
                  <a16:creationId xmlns:a16="http://schemas.microsoft.com/office/drawing/2014/main" id="{CF73CCA1-8785-4B98-BE92-C75F0ED1FEE8}"/>
                </a:ext>
              </a:extLst>
            </p:cNvPr>
            <p:cNvSpPr/>
            <p:nvPr/>
          </p:nvSpPr>
          <p:spPr>
            <a:xfrm>
              <a:off x="24298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4" name="Google Shape;19;p2">
              <a:extLst>
                <a:ext uri="{FF2B5EF4-FFF2-40B4-BE49-F238E27FC236}">
                  <a16:creationId xmlns:a16="http://schemas.microsoft.com/office/drawing/2014/main" id="{6DCB5D18-9C91-45A5-A921-C83AA38D8CCD}"/>
                </a:ext>
              </a:extLst>
            </p:cNvPr>
            <p:cNvSpPr/>
            <p:nvPr/>
          </p:nvSpPr>
          <p:spPr>
            <a:xfrm>
              <a:off x="24786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5" name="Google Shape;20;p2">
              <a:extLst>
                <a:ext uri="{FF2B5EF4-FFF2-40B4-BE49-F238E27FC236}">
                  <a16:creationId xmlns:a16="http://schemas.microsoft.com/office/drawing/2014/main" id="{A95A1E44-C612-4BD3-AD34-DC96FF7463F6}"/>
                </a:ext>
              </a:extLst>
            </p:cNvPr>
            <p:cNvSpPr/>
            <p:nvPr/>
          </p:nvSpPr>
          <p:spPr>
            <a:xfrm>
              <a:off x="252730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6" name="Google Shape;21;p2">
              <a:extLst>
                <a:ext uri="{FF2B5EF4-FFF2-40B4-BE49-F238E27FC236}">
                  <a16:creationId xmlns:a16="http://schemas.microsoft.com/office/drawing/2014/main" id="{06F65881-DA43-4BD1-81BD-EC7A039A525C}"/>
                </a:ext>
              </a:extLst>
            </p:cNvPr>
            <p:cNvSpPr/>
            <p:nvPr/>
          </p:nvSpPr>
          <p:spPr>
            <a:xfrm>
              <a:off x="223505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7" name="Google Shape;22;p2">
              <a:extLst>
                <a:ext uri="{FF2B5EF4-FFF2-40B4-BE49-F238E27FC236}">
                  <a16:creationId xmlns:a16="http://schemas.microsoft.com/office/drawing/2014/main" id="{76B8A35B-50BB-4F9C-AB2A-D363ADB1F0EE}"/>
                </a:ext>
              </a:extLst>
            </p:cNvPr>
            <p:cNvSpPr/>
            <p:nvPr/>
          </p:nvSpPr>
          <p:spPr>
            <a:xfrm>
              <a:off x="228375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8" name="Google Shape;23;p2">
              <a:extLst>
                <a:ext uri="{FF2B5EF4-FFF2-40B4-BE49-F238E27FC236}">
                  <a16:creationId xmlns:a16="http://schemas.microsoft.com/office/drawing/2014/main" id="{D395870A-A3F2-439D-8F0F-BB7DE3FA2C51}"/>
                </a:ext>
              </a:extLst>
            </p:cNvPr>
            <p:cNvSpPr/>
            <p:nvPr/>
          </p:nvSpPr>
          <p:spPr>
            <a:xfrm>
              <a:off x="23324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199" name="Google Shape;24;p2">
              <a:extLst>
                <a:ext uri="{FF2B5EF4-FFF2-40B4-BE49-F238E27FC236}">
                  <a16:creationId xmlns:a16="http://schemas.microsoft.com/office/drawing/2014/main" id="{482540A2-864D-4BB9-B89A-B22D16BD8716}"/>
                </a:ext>
              </a:extLst>
            </p:cNvPr>
            <p:cNvSpPr/>
            <p:nvPr/>
          </p:nvSpPr>
          <p:spPr>
            <a:xfrm>
              <a:off x="23812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 dirty="0"/>
            </a:p>
          </p:txBody>
        </p:sp>
        <p:sp>
          <p:nvSpPr>
            <p:cNvPr id="200" name="Google Shape;25;p2">
              <a:extLst>
                <a:ext uri="{FF2B5EF4-FFF2-40B4-BE49-F238E27FC236}">
                  <a16:creationId xmlns:a16="http://schemas.microsoft.com/office/drawing/2014/main" id="{6EBA0479-5E96-46F4-80BE-C48E7C2B8B81}"/>
                </a:ext>
              </a:extLst>
            </p:cNvPr>
            <p:cNvSpPr/>
            <p:nvPr/>
          </p:nvSpPr>
          <p:spPr>
            <a:xfrm>
              <a:off x="24298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1" name="Google Shape;26;p2">
              <a:extLst>
                <a:ext uri="{FF2B5EF4-FFF2-40B4-BE49-F238E27FC236}">
                  <a16:creationId xmlns:a16="http://schemas.microsoft.com/office/drawing/2014/main" id="{F117DD64-3052-4A62-BB2B-D55D106D6478}"/>
                </a:ext>
              </a:extLst>
            </p:cNvPr>
            <p:cNvSpPr/>
            <p:nvPr/>
          </p:nvSpPr>
          <p:spPr>
            <a:xfrm>
              <a:off x="24786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2" name="Google Shape;27;p2">
              <a:extLst>
                <a:ext uri="{FF2B5EF4-FFF2-40B4-BE49-F238E27FC236}">
                  <a16:creationId xmlns:a16="http://schemas.microsoft.com/office/drawing/2014/main" id="{1336F33F-621C-469F-88D8-33004AA3FFF0}"/>
                </a:ext>
              </a:extLst>
            </p:cNvPr>
            <p:cNvSpPr/>
            <p:nvPr/>
          </p:nvSpPr>
          <p:spPr>
            <a:xfrm>
              <a:off x="252730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3" name="Google Shape;28;p2">
              <a:extLst>
                <a:ext uri="{FF2B5EF4-FFF2-40B4-BE49-F238E27FC236}">
                  <a16:creationId xmlns:a16="http://schemas.microsoft.com/office/drawing/2014/main" id="{11AA9DE9-737E-4F8B-995B-9AB63B0DC986}"/>
                </a:ext>
              </a:extLst>
            </p:cNvPr>
            <p:cNvSpPr/>
            <p:nvPr/>
          </p:nvSpPr>
          <p:spPr>
            <a:xfrm>
              <a:off x="223505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4" name="Google Shape;29;p2">
              <a:extLst>
                <a:ext uri="{FF2B5EF4-FFF2-40B4-BE49-F238E27FC236}">
                  <a16:creationId xmlns:a16="http://schemas.microsoft.com/office/drawing/2014/main" id="{7EE5EE0D-1262-4FE8-889E-2129EF2DE902}"/>
                </a:ext>
              </a:extLst>
            </p:cNvPr>
            <p:cNvSpPr/>
            <p:nvPr/>
          </p:nvSpPr>
          <p:spPr>
            <a:xfrm>
              <a:off x="228375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1" y="1"/>
                    <a:pt x="1" y="139"/>
                    <a:pt x="1" y="312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5" name="Google Shape;30;p2">
              <a:extLst>
                <a:ext uri="{FF2B5EF4-FFF2-40B4-BE49-F238E27FC236}">
                  <a16:creationId xmlns:a16="http://schemas.microsoft.com/office/drawing/2014/main" id="{E2F84F29-F546-48CE-86A1-F5827F80E40B}"/>
                </a:ext>
              </a:extLst>
            </p:cNvPr>
            <p:cNvSpPr/>
            <p:nvPr/>
          </p:nvSpPr>
          <p:spPr>
            <a:xfrm>
              <a:off x="23324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6" name="Google Shape;31;p2">
              <a:extLst>
                <a:ext uri="{FF2B5EF4-FFF2-40B4-BE49-F238E27FC236}">
                  <a16:creationId xmlns:a16="http://schemas.microsoft.com/office/drawing/2014/main" id="{2D4F603B-43E1-4D12-8E60-4D57416E5C03}"/>
                </a:ext>
              </a:extLst>
            </p:cNvPr>
            <p:cNvSpPr/>
            <p:nvPr/>
          </p:nvSpPr>
          <p:spPr>
            <a:xfrm>
              <a:off x="23812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1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7" name="Google Shape;32;p2">
              <a:extLst>
                <a:ext uri="{FF2B5EF4-FFF2-40B4-BE49-F238E27FC236}">
                  <a16:creationId xmlns:a16="http://schemas.microsoft.com/office/drawing/2014/main" id="{9F405111-F06B-4FB8-98F6-D92AC339E116}"/>
                </a:ext>
              </a:extLst>
            </p:cNvPr>
            <p:cNvSpPr/>
            <p:nvPr/>
          </p:nvSpPr>
          <p:spPr>
            <a:xfrm>
              <a:off x="24298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8" name="Google Shape;33;p2">
              <a:extLst>
                <a:ext uri="{FF2B5EF4-FFF2-40B4-BE49-F238E27FC236}">
                  <a16:creationId xmlns:a16="http://schemas.microsoft.com/office/drawing/2014/main" id="{58B84D01-225D-48AF-B1CC-D604910C4F88}"/>
                </a:ext>
              </a:extLst>
            </p:cNvPr>
            <p:cNvSpPr/>
            <p:nvPr/>
          </p:nvSpPr>
          <p:spPr>
            <a:xfrm>
              <a:off x="24786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209" name="Google Shape;34;p2">
              <a:extLst>
                <a:ext uri="{FF2B5EF4-FFF2-40B4-BE49-F238E27FC236}">
                  <a16:creationId xmlns:a16="http://schemas.microsoft.com/office/drawing/2014/main" id="{0140CE2D-F82D-4C1A-96DE-F510B134B005}"/>
                </a:ext>
              </a:extLst>
            </p:cNvPr>
            <p:cNvSpPr/>
            <p:nvPr/>
          </p:nvSpPr>
          <p:spPr>
            <a:xfrm>
              <a:off x="252730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49" name="TextBox 48">
            <a:extLst>
              <a:ext uri="{FF2B5EF4-FFF2-40B4-BE49-F238E27FC236}">
                <a16:creationId xmlns:a16="http://schemas.microsoft.com/office/drawing/2014/main" id="{4F9DAB6B-ACFF-4277-ABF6-2E2F6A0B0E40}"/>
              </a:ext>
            </a:extLst>
          </p:cNvPr>
          <p:cNvSpPr txBox="1"/>
          <p:nvPr/>
        </p:nvSpPr>
        <p:spPr>
          <a:xfrm>
            <a:off x="1611421" y="-21686"/>
            <a:ext cx="340868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000" b="1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GRide</a:t>
            </a:r>
            <a:r>
              <a:rPr lang="en-US" sz="2000" spc="300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</a:t>
            </a:r>
            <a:r>
              <a:rPr lang="en-US" sz="2000" b="1" spc="300" dirty="0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QuickBite</a:t>
            </a:r>
          </a:p>
        </p:txBody>
      </p:sp>
      <p:sp>
        <p:nvSpPr>
          <p:cNvPr id="69" name="Freeform: Shape 68">
            <a:extLst>
              <a:ext uri="{FF2B5EF4-FFF2-40B4-BE49-F238E27FC236}">
                <a16:creationId xmlns:a16="http://schemas.microsoft.com/office/drawing/2014/main" id="{433214BC-60F7-4DA1-92B9-1ED2E6D958F6}"/>
              </a:ext>
            </a:extLst>
          </p:cNvPr>
          <p:cNvSpPr/>
          <p:nvPr/>
        </p:nvSpPr>
        <p:spPr>
          <a:xfrm rot="16200000" flipH="1">
            <a:off x="-241661" y="219976"/>
            <a:ext cx="1864824" cy="1381502"/>
          </a:xfrm>
          <a:custGeom>
            <a:avLst/>
            <a:gdLst>
              <a:gd name="connsiteX0" fmla="*/ 2407288 w 2407288"/>
              <a:gd name="connsiteY0" fmla="*/ 0 h 1807308"/>
              <a:gd name="connsiteX1" fmla="*/ 0 w 2407288"/>
              <a:gd name="connsiteY1" fmla="*/ 0 h 1807308"/>
              <a:gd name="connsiteX2" fmla="*/ 0 w 2407288"/>
              <a:gd name="connsiteY2" fmla="*/ 1807308 h 1807308"/>
              <a:gd name="connsiteX3" fmla="*/ 45263 w 2407288"/>
              <a:gd name="connsiteY3" fmla="*/ 1765334 h 1807308"/>
              <a:gd name="connsiteX4" fmla="*/ 2328989 w 2407288"/>
              <a:gd name="connsiteY4" fmla="*/ 29607 h 1807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88" h="1807308">
                <a:moveTo>
                  <a:pt x="2407288" y="0"/>
                </a:moveTo>
                <a:lnTo>
                  <a:pt x="0" y="0"/>
                </a:lnTo>
                <a:lnTo>
                  <a:pt x="0" y="1807308"/>
                </a:lnTo>
                <a:lnTo>
                  <a:pt x="45263" y="1765334"/>
                </a:lnTo>
                <a:cubicBezTo>
                  <a:pt x="766809" y="1087502"/>
                  <a:pt x="1485499" y="386979"/>
                  <a:pt x="2328989" y="2960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71" name="Freeform: Shape 70">
            <a:extLst>
              <a:ext uri="{FF2B5EF4-FFF2-40B4-BE49-F238E27FC236}">
                <a16:creationId xmlns:a16="http://schemas.microsoft.com/office/drawing/2014/main" id="{4B23B2E2-BABD-464E-8E23-C96A2BFEFE49}"/>
              </a:ext>
            </a:extLst>
          </p:cNvPr>
          <p:cNvSpPr>
            <a:spLocks/>
          </p:cNvSpPr>
          <p:nvPr/>
        </p:nvSpPr>
        <p:spPr bwMode="auto">
          <a:xfrm flipH="1">
            <a:off x="-4" y="5014862"/>
            <a:ext cx="12291625" cy="1768570"/>
          </a:xfrm>
          <a:custGeom>
            <a:avLst/>
            <a:gdLst>
              <a:gd name="connsiteX0" fmla="*/ 12192000 w 12192000"/>
              <a:gd name="connsiteY0" fmla="*/ 0 h 2829534"/>
              <a:gd name="connsiteX1" fmla="*/ 12192000 w 12192000"/>
              <a:gd name="connsiteY1" fmla="*/ 2829534 h 2829534"/>
              <a:gd name="connsiteX2" fmla="*/ 0 w 12192000"/>
              <a:gd name="connsiteY2" fmla="*/ 2829534 h 2829534"/>
              <a:gd name="connsiteX3" fmla="*/ 0 w 12192000"/>
              <a:gd name="connsiteY3" fmla="*/ 863716 h 2829534"/>
              <a:gd name="connsiteX4" fmla="*/ 27922 w 12192000"/>
              <a:gd name="connsiteY4" fmla="*/ 856220 h 2829534"/>
              <a:gd name="connsiteX5" fmla="*/ 3059271 w 12192000"/>
              <a:gd name="connsiteY5" fmla="*/ 942382 h 2829534"/>
              <a:gd name="connsiteX6" fmla="*/ 8223791 w 12192000"/>
              <a:gd name="connsiteY6" fmla="*/ 1779750 h 2829534"/>
              <a:gd name="connsiteX7" fmla="*/ 12113632 w 12192000"/>
              <a:gd name="connsiteY7" fmla="*/ 63484 h 282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829534">
                <a:moveTo>
                  <a:pt x="12192000" y="0"/>
                </a:moveTo>
                <a:lnTo>
                  <a:pt x="12192000" y="2829534"/>
                </a:lnTo>
                <a:lnTo>
                  <a:pt x="0" y="2829534"/>
                </a:lnTo>
                <a:lnTo>
                  <a:pt x="0" y="863716"/>
                </a:lnTo>
                <a:lnTo>
                  <a:pt x="27922" y="856220"/>
                </a:lnTo>
                <a:cubicBezTo>
                  <a:pt x="590559" y="712617"/>
                  <a:pt x="1865103" y="482851"/>
                  <a:pt x="3059271" y="942382"/>
                </a:cubicBezTo>
                <a:cubicBezTo>
                  <a:pt x="4651495" y="1555090"/>
                  <a:pt x="5733390" y="2045257"/>
                  <a:pt x="8223791" y="1779750"/>
                </a:cubicBezTo>
                <a:cubicBezTo>
                  <a:pt x="9937112" y="1597214"/>
                  <a:pt x="11379473" y="642410"/>
                  <a:pt x="12113632" y="63484"/>
                </a:cubicBezTo>
                <a:close/>
              </a:path>
            </a:pathLst>
          </a:custGeom>
          <a:solidFill>
            <a:srgbClr val="073B4C"/>
          </a:solidFill>
          <a:ln>
            <a:noFill/>
          </a:ln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D" dirty="0">
              <a:highlight>
                <a:srgbClr val="FFFF00"/>
              </a:highlight>
            </a:endParaRPr>
          </a:p>
        </p:txBody>
      </p:sp>
      <p:sp>
        <p:nvSpPr>
          <p:cNvPr id="75" name="Rectangle: Rounded Corners 74">
            <a:extLst>
              <a:ext uri="{FF2B5EF4-FFF2-40B4-BE49-F238E27FC236}">
                <a16:creationId xmlns:a16="http://schemas.microsoft.com/office/drawing/2014/main" id="{CCD2FF8E-6AEE-4C07-9FF2-C8F40B3B0DED}"/>
              </a:ext>
            </a:extLst>
          </p:cNvPr>
          <p:cNvSpPr>
            <a:spLocks noChangeAspect="1"/>
          </p:cNvSpPr>
          <p:nvPr/>
        </p:nvSpPr>
        <p:spPr>
          <a:xfrm>
            <a:off x="11483904" y="115378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1"/>
          </a:solidFill>
          <a:ln>
            <a:noFill/>
          </a:ln>
          <a:effectLst>
            <a:outerShdw blurRad="2413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292810F4-B98A-49A9-A880-23A28E3875CF}"/>
              </a:ext>
            </a:extLst>
          </p:cNvPr>
          <p:cNvSpPr txBox="1"/>
          <p:nvPr/>
        </p:nvSpPr>
        <p:spPr>
          <a:xfrm>
            <a:off x="1543050" y="664018"/>
            <a:ext cx="4286250" cy="418576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accent1"/>
                </a:solidFill>
              </a:rPr>
              <a:t>Main Classes</a:t>
            </a:r>
          </a:p>
          <a:p>
            <a:r>
              <a:rPr lang="en-US" sz="2400" b="1" dirty="0"/>
              <a:t>FoodItem</a:t>
            </a:r>
          </a:p>
          <a:p>
            <a:r>
              <a:rPr lang="en-US" sz="2400" dirty="0"/>
              <a:t>Stores food name and price.</a:t>
            </a:r>
          </a:p>
          <a:p>
            <a:r>
              <a:rPr lang="en-US" sz="2400" b="1" dirty="0"/>
              <a:t>Customer</a:t>
            </a:r>
          </a:p>
          <a:p>
            <a:r>
              <a:rPr lang="en-US" sz="2400" dirty="0"/>
              <a:t>Stores customer information.</a:t>
            </a:r>
          </a:p>
          <a:p>
            <a:r>
              <a:rPr lang="en-US" sz="2400" b="1" dirty="0"/>
              <a:t>Restaurant</a:t>
            </a:r>
          </a:p>
          <a:p>
            <a:r>
              <a:rPr lang="en-US" sz="2400" dirty="0"/>
              <a:t>Manages the restaurant menu.</a:t>
            </a:r>
          </a:p>
          <a:p>
            <a:r>
              <a:rPr lang="en-US" sz="2400" b="1" dirty="0"/>
              <a:t>Cart</a:t>
            </a:r>
          </a:p>
          <a:p>
            <a:r>
              <a:rPr lang="en-US" sz="2400" dirty="0"/>
              <a:t>Stores selected items and calculates the total bill.</a:t>
            </a:r>
          </a:p>
          <a:p>
            <a:endParaRPr lang="en-US" dirty="0"/>
          </a:p>
        </p:txBody>
      </p:sp>
      <p:sp>
        <p:nvSpPr>
          <p:cNvPr id="33" name="TextBox 32">
            <a:extLst>
              <a:ext uri="{FF2B5EF4-FFF2-40B4-BE49-F238E27FC236}">
                <a16:creationId xmlns:a16="http://schemas.microsoft.com/office/drawing/2014/main" id="{D6EE1A24-63A9-4175-B191-FFE270514C68}"/>
              </a:ext>
            </a:extLst>
          </p:cNvPr>
          <p:cNvSpPr txBox="1"/>
          <p:nvPr/>
        </p:nvSpPr>
        <p:spPr>
          <a:xfrm>
            <a:off x="6313463" y="664018"/>
            <a:ext cx="4286250" cy="427809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3200" b="1" dirty="0">
                <a:solidFill>
                  <a:schemeClr val="accent1"/>
                </a:solidFill>
              </a:rPr>
              <a:t>System Workflow</a:t>
            </a:r>
          </a:p>
          <a:p>
            <a:pPr algn="ctr"/>
            <a:r>
              <a:rPr lang="en-US" sz="1600" b="1" dirty="0"/>
              <a:t>Customer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Enter Name &amp; Phone Number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View Food Menu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Select Food Item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Add Item to Cart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View Cart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Checkout</a:t>
            </a:r>
          </a:p>
          <a:p>
            <a:pPr algn="ctr"/>
            <a:r>
              <a:rPr lang="en-US" sz="1600" b="1" dirty="0"/>
              <a:t>   ↓</a:t>
            </a:r>
          </a:p>
          <a:p>
            <a:pPr algn="ctr"/>
            <a:r>
              <a:rPr lang="en-US" sz="1600" b="1" dirty="0"/>
              <a:t>Order Placed Successfully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32703753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2" name="Freeform: Shape 31">
            <a:extLst>
              <a:ext uri="{FF2B5EF4-FFF2-40B4-BE49-F238E27FC236}">
                <a16:creationId xmlns:a16="http://schemas.microsoft.com/office/drawing/2014/main" id="{77351E81-BFCF-4143-B5D3-EBB790BC6B45}"/>
              </a:ext>
            </a:extLst>
          </p:cNvPr>
          <p:cNvSpPr/>
          <p:nvPr/>
        </p:nvSpPr>
        <p:spPr>
          <a:xfrm>
            <a:off x="0" y="798232"/>
            <a:ext cx="12192000" cy="6059769"/>
          </a:xfrm>
          <a:custGeom>
            <a:avLst/>
            <a:gdLst>
              <a:gd name="connsiteX0" fmla="*/ 12192000 w 12192000"/>
              <a:gd name="connsiteY0" fmla="*/ 0 h 6059769"/>
              <a:gd name="connsiteX1" fmla="*/ 12192000 w 12192000"/>
              <a:gd name="connsiteY1" fmla="*/ 6059769 h 6059769"/>
              <a:gd name="connsiteX2" fmla="*/ 0 w 12192000"/>
              <a:gd name="connsiteY2" fmla="*/ 6059769 h 6059769"/>
              <a:gd name="connsiteX3" fmla="*/ 0 w 12192000"/>
              <a:gd name="connsiteY3" fmla="*/ 5056888 h 6059769"/>
              <a:gd name="connsiteX4" fmla="*/ 55449 w 12192000"/>
              <a:gd name="connsiteY4" fmla="*/ 5029003 h 6059769"/>
              <a:gd name="connsiteX5" fmla="*/ 2383397 w 12192000"/>
              <a:gd name="connsiteY5" fmla="*/ 3532727 h 6059769"/>
              <a:gd name="connsiteX6" fmla="*/ 6636619 w 12192000"/>
              <a:gd name="connsiteY6" fmla="*/ 1666294 h 6059769"/>
              <a:gd name="connsiteX7" fmla="*/ 11981263 w 12192000"/>
              <a:gd name="connsiteY7" fmla="*/ 137348 h 605976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6059769">
                <a:moveTo>
                  <a:pt x="12192000" y="0"/>
                </a:moveTo>
                <a:lnTo>
                  <a:pt x="12192000" y="6059769"/>
                </a:lnTo>
                <a:lnTo>
                  <a:pt x="0" y="6059769"/>
                </a:lnTo>
                <a:lnTo>
                  <a:pt x="0" y="5056888"/>
                </a:lnTo>
                <a:lnTo>
                  <a:pt x="55449" y="5029003"/>
                </a:lnTo>
                <a:cubicBezTo>
                  <a:pt x="488118" y="4809521"/>
                  <a:pt x="1705459" y="4164963"/>
                  <a:pt x="2383397" y="3532727"/>
                </a:cubicBezTo>
                <a:cubicBezTo>
                  <a:pt x="3217783" y="2754589"/>
                  <a:pt x="5013150" y="1678836"/>
                  <a:pt x="6636619" y="1666294"/>
                </a:cubicBezTo>
                <a:cubicBezTo>
                  <a:pt x="8260089" y="1653752"/>
                  <a:pt x="9578576" y="1781158"/>
                  <a:pt x="11981263" y="13734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7" name="Rectangle: Rounded Corners 16">
            <a:extLst>
              <a:ext uri="{FF2B5EF4-FFF2-40B4-BE49-F238E27FC236}">
                <a16:creationId xmlns:a16="http://schemas.microsoft.com/office/drawing/2014/main" id="{3D22A93E-2CBB-4725-974E-323B6330F5A9}"/>
              </a:ext>
            </a:extLst>
          </p:cNvPr>
          <p:cNvSpPr/>
          <p:nvPr/>
        </p:nvSpPr>
        <p:spPr>
          <a:xfrm>
            <a:off x="53975" y="2409368"/>
            <a:ext cx="8205977" cy="3572332"/>
          </a:xfrm>
          <a:prstGeom prst="roundRect">
            <a:avLst>
              <a:gd name="adj" fmla="val 4215"/>
            </a:avLst>
          </a:prstGeom>
          <a:solidFill>
            <a:srgbClr val="FFC000"/>
          </a:solidFill>
          <a:ln>
            <a:noFill/>
          </a:ln>
          <a:effectLst>
            <a:outerShdw blurRad="127000" dist="38100" dir="8100000" algn="tr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36" name="Freeform: Shape 35">
            <a:extLst>
              <a:ext uri="{FF2B5EF4-FFF2-40B4-BE49-F238E27FC236}">
                <a16:creationId xmlns:a16="http://schemas.microsoft.com/office/drawing/2014/main" id="{F342D72E-A42D-4F3B-ADA1-59440E9E1B34}"/>
              </a:ext>
            </a:extLst>
          </p:cNvPr>
          <p:cNvSpPr/>
          <p:nvPr/>
        </p:nvSpPr>
        <p:spPr>
          <a:xfrm>
            <a:off x="0" y="0"/>
            <a:ext cx="4430316" cy="1798712"/>
          </a:xfrm>
          <a:custGeom>
            <a:avLst/>
            <a:gdLst>
              <a:gd name="connsiteX0" fmla="*/ 0 w 4430316"/>
              <a:gd name="connsiteY0" fmla="*/ 0 h 1798712"/>
              <a:gd name="connsiteX1" fmla="*/ 4430316 w 4430316"/>
              <a:gd name="connsiteY1" fmla="*/ 0 h 1798712"/>
              <a:gd name="connsiteX2" fmla="*/ 4397259 w 4430316"/>
              <a:gd name="connsiteY2" fmla="*/ 70226 h 1798712"/>
              <a:gd name="connsiteX3" fmla="*/ 3737602 w 4430316"/>
              <a:gd name="connsiteY3" fmla="*/ 777089 h 1798712"/>
              <a:gd name="connsiteX4" fmla="*/ 906233 w 4430316"/>
              <a:gd name="connsiteY4" fmla="*/ 1161839 h 1798712"/>
              <a:gd name="connsiteX5" fmla="*/ 1629 w 4430316"/>
              <a:gd name="connsiteY5" fmla="*/ 1798442 h 1798712"/>
              <a:gd name="connsiteX6" fmla="*/ 0 w 4430316"/>
              <a:gd name="connsiteY6" fmla="*/ 1798712 h 17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316" h="1798712">
                <a:moveTo>
                  <a:pt x="0" y="0"/>
                </a:moveTo>
                <a:lnTo>
                  <a:pt x="4430316" y="0"/>
                </a:lnTo>
                <a:lnTo>
                  <a:pt x="4397259" y="70226"/>
                </a:lnTo>
                <a:cubicBezTo>
                  <a:pt x="4247094" y="358115"/>
                  <a:pt x="4013489" y="607612"/>
                  <a:pt x="3737602" y="777089"/>
                </a:cubicBezTo>
                <a:cubicBezTo>
                  <a:pt x="2885385" y="1296619"/>
                  <a:pt x="1743773" y="517864"/>
                  <a:pt x="906233" y="1161839"/>
                </a:cubicBezTo>
                <a:cubicBezTo>
                  <a:pt x="571287" y="1425628"/>
                  <a:pt x="319112" y="1723778"/>
                  <a:pt x="1629" y="1798442"/>
                </a:cubicBezTo>
                <a:lnTo>
                  <a:pt x="0" y="17987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/>
          </a:p>
        </p:txBody>
      </p:sp>
      <p:sp>
        <p:nvSpPr>
          <p:cNvPr id="19" name="TextBox 18">
            <a:extLst>
              <a:ext uri="{FF2B5EF4-FFF2-40B4-BE49-F238E27FC236}">
                <a16:creationId xmlns:a16="http://schemas.microsoft.com/office/drawing/2014/main" id="{9E065798-1288-42BF-B050-8075A37EC5E8}"/>
              </a:ext>
            </a:extLst>
          </p:cNvPr>
          <p:cNvSpPr txBox="1"/>
          <p:nvPr/>
        </p:nvSpPr>
        <p:spPr>
          <a:xfrm>
            <a:off x="328296" y="2642244"/>
            <a:ext cx="634027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48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ORDER</a:t>
            </a:r>
            <a:r>
              <a:rPr lang="en-US" sz="48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 STATUS</a:t>
            </a:r>
          </a:p>
        </p:txBody>
      </p:sp>
      <p:sp>
        <p:nvSpPr>
          <p:cNvPr id="30" name="Rectangle: Rounded Corners 29">
            <a:extLst>
              <a:ext uri="{FF2B5EF4-FFF2-40B4-BE49-F238E27FC236}">
                <a16:creationId xmlns:a16="http://schemas.microsoft.com/office/drawing/2014/main" id="{61A53DF7-2F57-492B-8A37-A52F7AA9BC1F}"/>
              </a:ext>
            </a:extLst>
          </p:cNvPr>
          <p:cNvSpPr>
            <a:spLocks noChangeAspect="1"/>
          </p:cNvSpPr>
          <p:nvPr/>
        </p:nvSpPr>
        <p:spPr>
          <a:xfrm>
            <a:off x="11358880" y="6059768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bg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B59DC075-B001-4355-845E-B2D4FA7442C2}"/>
              </a:ext>
            </a:extLst>
          </p:cNvPr>
          <p:cNvSpPr>
            <a:spLocks noChangeAspect="1"/>
          </p:cNvSpPr>
          <p:nvPr/>
        </p:nvSpPr>
        <p:spPr>
          <a:xfrm>
            <a:off x="1154588" y="1194710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15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2">
            <a:extLst>
              <a:ext uri="{FF2B5EF4-FFF2-40B4-BE49-F238E27FC236}">
                <a16:creationId xmlns:a16="http://schemas.microsoft.com/office/drawing/2014/main" id="{6D695EA2-3A50-4687-A838-C39D32B4DAD4}"/>
              </a:ext>
            </a:extLst>
          </p:cNvPr>
          <p:cNvSpPr>
            <a:spLocks noChangeArrowheads="1"/>
          </p:cNvSpPr>
          <p:nvPr/>
        </p:nvSpPr>
        <p:spPr bwMode="auto">
          <a:xfrm>
            <a:off x="649763" y="3618042"/>
            <a:ext cx="11358879" cy="2062103"/>
          </a:xfrm>
          <a:prstGeom prst="rect">
            <a:avLst/>
          </a:prstGeom>
          <a:noFill/>
          <a:ln>
            <a:noFill/>
          </a:ln>
          <a:effectLst/>
          <a:extLst>
            <a:ext uri="{909E8E84-426E-40DD-AFC4-6F175D3DCCD1}">
              <a14:hiddenFill xmlns:a14="http://schemas.microsoft.com/office/drawing/2010/main">
                <a:solidFill>
                  <a:schemeClr val="accent1"/>
                </a:solidFill>
              </a14:hiddenFill>
            </a:ext>
            <a:ext uri="{91240B29-F687-4F45-9708-019B960494DF}">
              <a14:hiddenLine xmlns:a14="http://schemas.microsoft.com/office/drawing/2010/main" w="9525">
                <a:solidFill>
                  <a:schemeClr val="tx1"/>
                </a:solidFill>
                <a:miter lim="800000"/>
                <a:headEnd/>
                <a:tailEnd/>
              </a14:hiddenLine>
            </a:ext>
            <a:ext uri="{AF507438-7753-43E0-B8FC-AC1667EBCBE1}">
              <a14:hiddenEffects xmlns:a14="http://schemas.microsoft.com/office/drawing/2010/main">
                <a:effectLst>
                  <a:outerShdw dist="35921" dir="2700000" algn="ctr" rotWithShape="0">
                    <a:schemeClr val="bg2"/>
                  </a:outerShdw>
                </a:effectLst>
              </a14:hiddenEffects>
            </a:ext>
          </a:extLst>
        </p:spPr>
        <p:txBody>
          <a:bodyPr vert="horz" wrap="square" lIns="91440" tIns="45720" rIns="91440" bIns="45720" numCol="1" anchor="ctr" anchorCtr="0" compatLnSpc="1">
            <a:prstTxWarp prst="textNoShape">
              <a:avLst/>
            </a:prstTxWarp>
            <a:spAutoFit/>
          </a:bodyPr>
          <a:lstStyle/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Shows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real-time order updates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Displays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remaining preparation time</a:t>
            </a:r>
            <a:endParaRPr kumimoji="0" lang="en-US" altLang="en-US" sz="3200" b="0" i="0" u="none" strike="noStrike" cap="none" normalizeH="0" baseline="0" dirty="0">
              <a:ln>
                <a:noFill/>
              </a:ln>
              <a:solidFill>
                <a:schemeClr val="bg1"/>
              </a:solidFill>
              <a:effectLst/>
              <a:latin typeface="Arial" panose="020B0604020202020204" pitchFamily="34" charset="0"/>
            </a:endParaRP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Helps users </a:t>
            </a: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avoid waiting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at the café</a:t>
            </a:r>
          </a:p>
          <a:p>
            <a:pPr marL="457200" marR="0" lvl="0" indent="-457200" algn="l" defTabSz="914400" rtl="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 typeface="Wingdings" panose="05000000000000000000" pitchFamily="2" charset="2"/>
              <a:buChar char="§"/>
              <a:tabLst/>
            </a:pPr>
            <a:r>
              <a:rPr kumimoji="0" lang="en-US" altLang="en-US" sz="3200" b="1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Replace Order</a:t>
            </a:r>
            <a:r>
              <a:rPr kumimoji="0" lang="en-US" altLang="en-US" sz="3200" b="0" i="0" u="none" strike="noStrike" cap="none" normalizeH="0" baseline="0" dirty="0">
                <a:ln>
                  <a:noFill/>
                </a:ln>
                <a:solidFill>
                  <a:schemeClr val="bg1"/>
                </a:solidFill>
                <a:effectLst/>
                <a:latin typeface="Arial" panose="020B0604020202020204" pitchFamily="34" charset="0"/>
              </a:rPr>
              <a:t> for quick reordering</a:t>
            </a:r>
          </a:p>
        </p:txBody>
      </p:sp>
      <p:pic>
        <p:nvPicPr>
          <p:cNvPr id="2" name="Picture 1">
            <a:extLst>
              <a:ext uri="{FF2B5EF4-FFF2-40B4-BE49-F238E27FC236}">
                <a16:creationId xmlns:a16="http://schemas.microsoft.com/office/drawing/2014/main" id="{F8C6FBB1-E244-4B20-8E45-234FD7A10C65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7411639" y="138133"/>
            <a:ext cx="4597003" cy="3857625"/>
          </a:xfrm>
          <a:prstGeom prst="rect">
            <a:avLst/>
          </a:prstGeom>
          <a:ln>
            <a:noFill/>
          </a:ln>
          <a:effectLst>
            <a:outerShdw blurRad="190500" algn="tl" rotWithShape="0">
              <a:srgbClr val="000000">
                <a:alpha val="7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428251932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5D278E-B706-4CBE-9363-2492CEF15B33}"/>
              </a:ext>
            </a:extLst>
          </p:cNvPr>
          <p:cNvCxnSpPr>
            <a:cxnSpLocks/>
            <a:endCxn id="14" idx="4"/>
          </p:cNvCxnSpPr>
          <p:nvPr/>
        </p:nvCxnSpPr>
        <p:spPr>
          <a:xfrm flipV="1">
            <a:off x="2682918" y="951996"/>
            <a:ext cx="0" cy="5395312"/>
          </a:xfrm>
          <a:prstGeom prst="lin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20F06D9-9BA1-46C5-9491-3C9E3AC6FB3E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951996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43A6F6-165B-4720-8D90-AD63495F4114}"/>
              </a:ext>
            </a:extLst>
          </p:cNvPr>
          <p:cNvGrpSpPr/>
          <p:nvPr/>
        </p:nvGrpSpPr>
        <p:grpSpPr>
          <a:xfrm>
            <a:off x="2896049" y="1981482"/>
            <a:ext cx="4197637" cy="1080296"/>
            <a:chOff x="3150870" y="888503"/>
            <a:chExt cx="4197637" cy="1080296"/>
          </a:xfrm>
        </p:grpSpPr>
        <p:sp>
          <p:nvSpPr>
            <p:cNvPr id="30" name="Text Placeholder 10">
              <a:extLst>
                <a:ext uri="{FF2B5EF4-FFF2-40B4-BE49-F238E27FC236}">
                  <a16:creationId xmlns:a16="http://schemas.microsoft.com/office/drawing/2014/main" id="{216649DB-C390-44D7-BCD5-C55A0162B354}"/>
                </a:ext>
              </a:extLst>
            </p:cNvPr>
            <p:cNvSpPr txBox="1">
              <a:spLocks/>
            </p:cNvSpPr>
            <p:nvPr/>
          </p:nvSpPr>
          <p:spPr>
            <a:xfrm>
              <a:off x="3176560" y="1445579"/>
              <a:ext cx="4171947" cy="523220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dirty="0"/>
                <a:t>Data members are kept private and accessed through functions.</a:t>
              </a:r>
            </a:p>
          </p:txBody>
        </p:sp>
        <p:sp>
          <p:nvSpPr>
            <p:cNvPr id="31" name="Text Placeholder 10">
              <a:extLst>
                <a:ext uri="{FF2B5EF4-FFF2-40B4-BE49-F238E27FC236}">
                  <a16:creationId xmlns:a16="http://schemas.microsoft.com/office/drawing/2014/main" id="{2E56F9D4-D4C5-4198-93D2-39A06A152B93}"/>
                </a:ext>
              </a:extLst>
            </p:cNvPr>
            <p:cNvSpPr txBox="1">
              <a:spLocks/>
            </p:cNvSpPr>
            <p:nvPr/>
          </p:nvSpPr>
          <p:spPr>
            <a:xfrm>
              <a:off x="3150870" y="888503"/>
              <a:ext cx="3785050" cy="1010213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b="1" dirty="0">
                  <a:latin typeface="Open Sans" panose="020B0606030504020204"/>
                </a:rPr>
                <a:t>Encapsulation</a:t>
              </a:r>
            </a:p>
            <a:p>
              <a:pPr algn="l">
                <a:lnSpc>
                  <a:spcPct val="150000"/>
                </a:lnSpc>
              </a:pPr>
              <a:endPara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0E5B7D-D59A-4CC9-BD19-8D5A3D3C7EAA}"/>
              </a:ext>
            </a:extLst>
          </p:cNvPr>
          <p:cNvSpPr txBox="1">
            <a:spLocks/>
          </p:cNvSpPr>
          <p:nvPr/>
        </p:nvSpPr>
        <p:spPr>
          <a:xfrm>
            <a:off x="2913078" y="3496931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Used for object initialization.</a:t>
            </a: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47C4EF1-09F3-4B1B-9919-986673F0D4C6}"/>
              </a:ext>
            </a:extLst>
          </p:cNvPr>
          <p:cNvSpPr/>
          <p:nvPr/>
        </p:nvSpPr>
        <p:spPr>
          <a:xfrm>
            <a:off x="10252606" y="0"/>
            <a:ext cx="4171927" cy="6858000"/>
          </a:xfrm>
          <a:prstGeom prst="parallelogram">
            <a:avLst>
              <a:gd name="adj" fmla="val 2308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oogle Shape;279;p29">
            <a:extLst>
              <a:ext uri="{FF2B5EF4-FFF2-40B4-BE49-F238E27FC236}">
                <a16:creationId xmlns:a16="http://schemas.microsoft.com/office/drawing/2014/main" id="{70E4806A-0AFB-4ABD-8190-2D1CB99CB54E}"/>
              </a:ext>
            </a:extLst>
          </p:cNvPr>
          <p:cNvGrpSpPr/>
          <p:nvPr/>
        </p:nvGrpSpPr>
        <p:grpSpPr>
          <a:xfrm>
            <a:off x="11530311" y="-427673"/>
            <a:ext cx="1156990" cy="1156990"/>
            <a:chOff x="238125" y="2189800"/>
            <a:chExt cx="1119325" cy="1119325"/>
          </a:xfrm>
          <a:solidFill>
            <a:schemeClr val="bg1">
              <a:lumMod val="95000"/>
            </a:schemeClr>
          </a:solidFill>
        </p:grpSpPr>
        <p:sp>
          <p:nvSpPr>
            <p:cNvPr id="44" name="Google Shape;280;p29">
              <a:extLst>
                <a:ext uri="{FF2B5EF4-FFF2-40B4-BE49-F238E27FC236}">
                  <a16:creationId xmlns:a16="http://schemas.microsoft.com/office/drawing/2014/main" id="{C97E4C44-AE4E-4F6E-A734-9F0694BFEEBA}"/>
                </a:ext>
              </a:extLst>
            </p:cNvPr>
            <p:cNvSpPr/>
            <p:nvPr/>
          </p:nvSpPr>
          <p:spPr>
            <a:xfrm>
              <a:off x="289900" y="2241600"/>
              <a:ext cx="267950" cy="267950"/>
            </a:xfrm>
            <a:custGeom>
              <a:avLst/>
              <a:gdLst/>
              <a:ahLst/>
              <a:cxnLst/>
              <a:rect l="l" t="t" r="r" b="b"/>
              <a:pathLst>
                <a:path w="10718" h="10718" extrusionOk="0">
                  <a:moveTo>
                    <a:pt x="10717" y="1"/>
                  </a:moveTo>
                  <a:lnTo>
                    <a:pt x="10717" y="1"/>
                  </a:lnTo>
                  <a:cubicBezTo>
                    <a:pt x="8382" y="1104"/>
                    <a:pt x="6257" y="2604"/>
                    <a:pt x="4431" y="4431"/>
                  </a:cubicBezTo>
                  <a:cubicBezTo>
                    <a:pt x="2604" y="6255"/>
                    <a:pt x="1106" y="8382"/>
                    <a:pt x="1" y="10717"/>
                  </a:cubicBezTo>
                  <a:lnTo>
                    <a:pt x="107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81;p29">
              <a:extLst>
                <a:ext uri="{FF2B5EF4-FFF2-40B4-BE49-F238E27FC236}">
                  <a16:creationId xmlns:a16="http://schemas.microsoft.com/office/drawing/2014/main" id="{F3386F88-34BC-4AB2-BD44-AF4002FA5EE4}"/>
                </a:ext>
              </a:extLst>
            </p:cNvPr>
            <p:cNvSpPr/>
            <p:nvPr/>
          </p:nvSpPr>
          <p:spPr>
            <a:xfrm>
              <a:off x="238275" y="2189975"/>
              <a:ext cx="511350" cy="511375"/>
            </a:xfrm>
            <a:custGeom>
              <a:avLst/>
              <a:gdLst/>
              <a:ahLst/>
              <a:cxnLst/>
              <a:rect l="l" t="t" r="r" b="b"/>
              <a:pathLst>
                <a:path w="20454" h="20455" extrusionOk="0">
                  <a:moveTo>
                    <a:pt x="20453" y="1"/>
                  </a:moveTo>
                  <a:lnTo>
                    <a:pt x="20453" y="1"/>
                  </a:lnTo>
                  <a:cubicBezTo>
                    <a:pt x="19736" y="63"/>
                    <a:pt x="19023" y="158"/>
                    <a:pt x="18312" y="287"/>
                  </a:cubicBezTo>
                  <a:lnTo>
                    <a:pt x="289" y="18312"/>
                  </a:lnTo>
                  <a:cubicBezTo>
                    <a:pt x="159" y="19023"/>
                    <a:pt x="63" y="19736"/>
                    <a:pt x="1" y="20455"/>
                  </a:cubicBezTo>
                  <a:lnTo>
                    <a:pt x="204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82;p29">
              <a:extLst>
                <a:ext uri="{FF2B5EF4-FFF2-40B4-BE49-F238E27FC236}">
                  <a16:creationId xmlns:a16="http://schemas.microsoft.com/office/drawing/2014/main" id="{7A6E330C-14B5-4B69-B890-9B99C8AF2D3C}"/>
                </a:ext>
              </a:extLst>
            </p:cNvPr>
            <p:cNvSpPr/>
            <p:nvPr/>
          </p:nvSpPr>
          <p:spPr>
            <a:xfrm>
              <a:off x="238125" y="2189800"/>
              <a:ext cx="646975" cy="646950"/>
            </a:xfrm>
            <a:custGeom>
              <a:avLst/>
              <a:gdLst/>
              <a:ahLst/>
              <a:cxnLst/>
              <a:rect l="l" t="t" r="r" b="b"/>
              <a:pathLst>
                <a:path w="25879" h="25878" extrusionOk="0">
                  <a:moveTo>
                    <a:pt x="24220" y="1"/>
                  </a:moveTo>
                  <a:lnTo>
                    <a:pt x="0" y="24221"/>
                  </a:lnTo>
                  <a:cubicBezTo>
                    <a:pt x="46" y="24774"/>
                    <a:pt x="111" y="25327"/>
                    <a:pt x="197" y="25877"/>
                  </a:cubicBezTo>
                  <a:lnTo>
                    <a:pt x="25878" y="197"/>
                  </a:lnTo>
                  <a:cubicBezTo>
                    <a:pt x="25328" y="111"/>
                    <a:pt x="24775" y="45"/>
                    <a:pt x="242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83;p29">
              <a:extLst>
                <a:ext uri="{FF2B5EF4-FFF2-40B4-BE49-F238E27FC236}">
                  <a16:creationId xmlns:a16="http://schemas.microsoft.com/office/drawing/2014/main" id="{3106BE66-295B-46C6-8831-F2D8B369DA3B}"/>
                </a:ext>
              </a:extLst>
            </p:cNvPr>
            <p:cNvSpPr/>
            <p:nvPr/>
          </p:nvSpPr>
          <p:spPr>
            <a:xfrm>
              <a:off x="260500" y="2212175"/>
              <a:ext cx="735575" cy="735575"/>
            </a:xfrm>
            <a:custGeom>
              <a:avLst/>
              <a:gdLst/>
              <a:ahLst/>
              <a:cxnLst/>
              <a:rect l="l" t="t" r="r" b="b"/>
              <a:pathLst>
                <a:path w="29423" h="29423" extrusionOk="0">
                  <a:moveTo>
                    <a:pt x="28037" y="0"/>
                  </a:moveTo>
                  <a:lnTo>
                    <a:pt x="1" y="28036"/>
                  </a:lnTo>
                  <a:cubicBezTo>
                    <a:pt x="143" y="28502"/>
                    <a:pt x="298" y="28964"/>
                    <a:pt x="470" y="29423"/>
                  </a:cubicBezTo>
                  <a:lnTo>
                    <a:pt x="29422" y="471"/>
                  </a:lnTo>
                  <a:cubicBezTo>
                    <a:pt x="28965" y="299"/>
                    <a:pt x="28503" y="142"/>
                    <a:pt x="280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84;p29">
              <a:extLst>
                <a:ext uri="{FF2B5EF4-FFF2-40B4-BE49-F238E27FC236}">
                  <a16:creationId xmlns:a16="http://schemas.microsoft.com/office/drawing/2014/main" id="{160BE9D4-AD51-4325-8C21-6010ED4A964B}"/>
                </a:ext>
              </a:extLst>
            </p:cNvPr>
            <p:cNvSpPr/>
            <p:nvPr/>
          </p:nvSpPr>
          <p:spPr>
            <a:xfrm>
              <a:off x="301425" y="2253075"/>
              <a:ext cx="788775" cy="788825"/>
            </a:xfrm>
            <a:custGeom>
              <a:avLst/>
              <a:gdLst/>
              <a:ahLst/>
              <a:cxnLst/>
              <a:rect l="l" t="t" r="r" b="b"/>
              <a:pathLst>
                <a:path w="31551" h="31553" extrusionOk="0">
                  <a:moveTo>
                    <a:pt x="30370" y="1"/>
                  </a:moveTo>
                  <a:lnTo>
                    <a:pt x="0" y="30371"/>
                  </a:lnTo>
                  <a:cubicBezTo>
                    <a:pt x="211" y="30770"/>
                    <a:pt x="436" y="31164"/>
                    <a:pt x="675" y="31552"/>
                  </a:cubicBezTo>
                  <a:lnTo>
                    <a:pt x="31551" y="675"/>
                  </a:lnTo>
                  <a:cubicBezTo>
                    <a:pt x="31163" y="437"/>
                    <a:pt x="30770" y="213"/>
                    <a:pt x="303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85;p29">
              <a:extLst>
                <a:ext uri="{FF2B5EF4-FFF2-40B4-BE49-F238E27FC236}">
                  <a16:creationId xmlns:a16="http://schemas.microsoft.com/office/drawing/2014/main" id="{FD6715B6-E430-4756-994E-8A942FF40E4B}"/>
                </a:ext>
              </a:extLst>
            </p:cNvPr>
            <p:cNvSpPr/>
            <p:nvPr/>
          </p:nvSpPr>
          <p:spPr>
            <a:xfrm>
              <a:off x="356800" y="2308450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547" y="1"/>
                  </a:moveTo>
                  <a:lnTo>
                    <a:pt x="0" y="31549"/>
                  </a:lnTo>
                  <a:cubicBezTo>
                    <a:pt x="270" y="31890"/>
                    <a:pt x="552" y="32227"/>
                    <a:pt x="846" y="32556"/>
                  </a:cubicBezTo>
                  <a:lnTo>
                    <a:pt x="32556" y="848"/>
                  </a:lnTo>
                  <a:cubicBezTo>
                    <a:pt x="32226" y="554"/>
                    <a:pt x="31890" y="272"/>
                    <a:pt x="315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86;p29">
              <a:extLst>
                <a:ext uri="{FF2B5EF4-FFF2-40B4-BE49-F238E27FC236}">
                  <a16:creationId xmlns:a16="http://schemas.microsoft.com/office/drawing/2014/main" id="{2E5F221D-A2C8-49D7-8445-64B271D4B855}"/>
                </a:ext>
              </a:extLst>
            </p:cNvPr>
            <p:cNvSpPr/>
            <p:nvPr/>
          </p:nvSpPr>
          <p:spPr>
            <a:xfrm>
              <a:off x="424825" y="2376525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711" y="1"/>
                  </a:moveTo>
                  <a:lnTo>
                    <a:pt x="1" y="31709"/>
                  </a:lnTo>
                  <a:cubicBezTo>
                    <a:pt x="331" y="32003"/>
                    <a:pt x="667" y="32286"/>
                    <a:pt x="1010" y="32556"/>
                  </a:cubicBezTo>
                  <a:lnTo>
                    <a:pt x="32557" y="1010"/>
                  </a:lnTo>
                  <a:cubicBezTo>
                    <a:pt x="32287" y="667"/>
                    <a:pt x="32005" y="330"/>
                    <a:pt x="31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87;p29">
              <a:extLst>
                <a:ext uri="{FF2B5EF4-FFF2-40B4-BE49-F238E27FC236}">
                  <a16:creationId xmlns:a16="http://schemas.microsoft.com/office/drawing/2014/main" id="{7CA5BBCD-4A86-480C-8A0B-BD9ACAF66330}"/>
                </a:ext>
              </a:extLst>
            </p:cNvPr>
            <p:cNvSpPr/>
            <p:nvPr/>
          </p:nvSpPr>
          <p:spPr>
            <a:xfrm>
              <a:off x="505350" y="2457000"/>
              <a:ext cx="788775" cy="788875"/>
            </a:xfrm>
            <a:custGeom>
              <a:avLst/>
              <a:gdLst/>
              <a:ahLst/>
              <a:cxnLst/>
              <a:rect l="l" t="t" r="r" b="b"/>
              <a:pathLst>
                <a:path w="31551" h="31555" extrusionOk="0">
                  <a:moveTo>
                    <a:pt x="30878" y="1"/>
                  </a:moveTo>
                  <a:lnTo>
                    <a:pt x="0" y="30879"/>
                  </a:lnTo>
                  <a:cubicBezTo>
                    <a:pt x="388" y="31116"/>
                    <a:pt x="782" y="31340"/>
                    <a:pt x="1181" y="31554"/>
                  </a:cubicBezTo>
                  <a:lnTo>
                    <a:pt x="31551" y="1182"/>
                  </a:lnTo>
                  <a:cubicBezTo>
                    <a:pt x="31340" y="783"/>
                    <a:pt x="31116" y="389"/>
                    <a:pt x="308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88;p29">
              <a:extLst>
                <a:ext uri="{FF2B5EF4-FFF2-40B4-BE49-F238E27FC236}">
                  <a16:creationId xmlns:a16="http://schemas.microsoft.com/office/drawing/2014/main" id="{2618E23B-9C3A-4786-A2A8-A220F4CADD1D}"/>
                </a:ext>
              </a:extLst>
            </p:cNvPr>
            <p:cNvSpPr/>
            <p:nvPr/>
          </p:nvSpPr>
          <p:spPr>
            <a:xfrm>
              <a:off x="599500" y="2551175"/>
              <a:ext cx="735550" cy="735550"/>
            </a:xfrm>
            <a:custGeom>
              <a:avLst/>
              <a:gdLst/>
              <a:ahLst/>
              <a:cxnLst/>
              <a:rect l="l" t="t" r="r" b="b"/>
              <a:pathLst>
                <a:path w="29422" h="29422" extrusionOk="0">
                  <a:moveTo>
                    <a:pt x="28952" y="1"/>
                  </a:moveTo>
                  <a:lnTo>
                    <a:pt x="0" y="28953"/>
                  </a:lnTo>
                  <a:cubicBezTo>
                    <a:pt x="457" y="29125"/>
                    <a:pt x="919" y="29282"/>
                    <a:pt x="1385" y="29422"/>
                  </a:cubicBezTo>
                  <a:lnTo>
                    <a:pt x="29421" y="1386"/>
                  </a:lnTo>
                  <a:cubicBezTo>
                    <a:pt x="29281" y="920"/>
                    <a:pt x="29124" y="458"/>
                    <a:pt x="289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89;p29">
              <a:extLst>
                <a:ext uri="{FF2B5EF4-FFF2-40B4-BE49-F238E27FC236}">
                  <a16:creationId xmlns:a16="http://schemas.microsoft.com/office/drawing/2014/main" id="{40ED4659-2FDA-458E-A17C-01806F8680B3}"/>
                </a:ext>
              </a:extLst>
            </p:cNvPr>
            <p:cNvSpPr/>
            <p:nvPr/>
          </p:nvSpPr>
          <p:spPr>
            <a:xfrm>
              <a:off x="710450" y="2662150"/>
              <a:ext cx="647000" cy="646975"/>
            </a:xfrm>
            <a:custGeom>
              <a:avLst/>
              <a:gdLst/>
              <a:ahLst/>
              <a:cxnLst/>
              <a:rect l="l" t="t" r="r" b="b"/>
              <a:pathLst>
                <a:path w="25880" h="25879" extrusionOk="0">
                  <a:moveTo>
                    <a:pt x="25682" y="1"/>
                  </a:moveTo>
                  <a:lnTo>
                    <a:pt x="1" y="25681"/>
                  </a:lnTo>
                  <a:cubicBezTo>
                    <a:pt x="552" y="25767"/>
                    <a:pt x="1104" y="25833"/>
                    <a:pt x="1659" y="25879"/>
                  </a:cubicBezTo>
                  <a:lnTo>
                    <a:pt x="25879" y="1659"/>
                  </a:lnTo>
                  <a:cubicBezTo>
                    <a:pt x="25834" y="1104"/>
                    <a:pt x="25768" y="551"/>
                    <a:pt x="256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90;p29">
              <a:extLst>
                <a:ext uri="{FF2B5EF4-FFF2-40B4-BE49-F238E27FC236}">
                  <a16:creationId xmlns:a16="http://schemas.microsoft.com/office/drawing/2014/main" id="{6B25FF21-1EBF-4C56-80DB-E6182165FC53}"/>
                </a:ext>
              </a:extLst>
            </p:cNvPr>
            <p:cNvSpPr/>
            <p:nvPr/>
          </p:nvSpPr>
          <p:spPr>
            <a:xfrm>
              <a:off x="845925" y="2797575"/>
              <a:ext cx="511350" cy="511350"/>
            </a:xfrm>
            <a:custGeom>
              <a:avLst/>
              <a:gdLst/>
              <a:ahLst/>
              <a:cxnLst/>
              <a:rect l="l" t="t" r="r" b="b"/>
              <a:pathLst>
                <a:path w="20454" h="20454" extrusionOk="0">
                  <a:moveTo>
                    <a:pt x="20453" y="1"/>
                  </a:moveTo>
                  <a:lnTo>
                    <a:pt x="1" y="20453"/>
                  </a:lnTo>
                  <a:cubicBezTo>
                    <a:pt x="718" y="20391"/>
                    <a:pt x="1431" y="20297"/>
                    <a:pt x="2142" y="20167"/>
                  </a:cubicBezTo>
                  <a:lnTo>
                    <a:pt x="20165" y="2142"/>
                  </a:lnTo>
                  <a:cubicBezTo>
                    <a:pt x="20295" y="1433"/>
                    <a:pt x="20391" y="720"/>
                    <a:pt x="20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91;p29">
              <a:extLst>
                <a:ext uri="{FF2B5EF4-FFF2-40B4-BE49-F238E27FC236}">
                  <a16:creationId xmlns:a16="http://schemas.microsoft.com/office/drawing/2014/main" id="{640C19AB-37E7-4EDD-A0CB-A5D2B523E9F6}"/>
                </a:ext>
              </a:extLst>
            </p:cNvPr>
            <p:cNvSpPr/>
            <p:nvPr/>
          </p:nvSpPr>
          <p:spPr>
            <a:xfrm>
              <a:off x="1037700" y="2989400"/>
              <a:ext cx="267950" cy="267900"/>
            </a:xfrm>
            <a:custGeom>
              <a:avLst/>
              <a:gdLst/>
              <a:ahLst/>
              <a:cxnLst/>
              <a:rect l="l" t="t" r="r" b="b"/>
              <a:pathLst>
                <a:path w="10718" h="10716" extrusionOk="0">
                  <a:moveTo>
                    <a:pt x="10717" y="1"/>
                  </a:moveTo>
                  <a:lnTo>
                    <a:pt x="1" y="10715"/>
                  </a:lnTo>
                  <a:cubicBezTo>
                    <a:pt x="4703" y="8488"/>
                    <a:pt x="8489" y="4703"/>
                    <a:pt x="107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3;p2">
            <a:extLst>
              <a:ext uri="{FF2B5EF4-FFF2-40B4-BE49-F238E27FC236}">
                <a16:creationId xmlns:a16="http://schemas.microsoft.com/office/drawing/2014/main" id="{EBAF7E9A-D644-487A-B391-EB5A55036DDC}"/>
              </a:ext>
            </a:extLst>
          </p:cNvPr>
          <p:cNvGrpSpPr/>
          <p:nvPr/>
        </p:nvGrpSpPr>
        <p:grpSpPr>
          <a:xfrm rot="10800000">
            <a:off x="11002146" y="5924505"/>
            <a:ext cx="2226638" cy="732942"/>
            <a:chOff x="2235050" y="548425"/>
            <a:chExt cx="307875" cy="101325"/>
          </a:xfrm>
          <a:solidFill>
            <a:schemeClr val="bg1">
              <a:lumMod val="95000"/>
            </a:schemeClr>
          </a:solidFill>
        </p:grpSpPr>
        <p:sp>
          <p:nvSpPr>
            <p:cNvPr id="57" name="Google Shape;14;p2">
              <a:extLst>
                <a:ext uri="{FF2B5EF4-FFF2-40B4-BE49-F238E27FC236}">
                  <a16:creationId xmlns:a16="http://schemas.microsoft.com/office/drawing/2014/main" id="{E0968CB5-645C-4F88-AB80-E4F84DBFBEBC}"/>
                </a:ext>
              </a:extLst>
            </p:cNvPr>
            <p:cNvSpPr/>
            <p:nvPr/>
          </p:nvSpPr>
          <p:spPr>
            <a:xfrm>
              <a:off x="223505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;p2">
              <a:extLst>
                <a:ext uri="{FF2B5EF4-FFF2-40B4-BE49-F238E27FC236}">
                  <a16:creationId xmlns:a16="http://schemas.microsoft.com/office/drawing/2014/main" id="{89ABB9E8-8463-4B83-98EA-A40EA4C0097B}"/>
                </a:ext>
              </a:extLst>
            </p:cNvPr>
            <p:cNvSpPr/>
            <p:nvPr/>
          </p:nvSpPr>
          <p:spPr>
            <a:xfrm>
              <a:off x="228375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;p2">
              <a:extLst>
                <a:ext uri="{FF2B5EF4-FFF2-40B4-BE49-F238E27FC236}">
                  <a16:creationId xmlns:a16="http://schemas.microsoft.com/office/drawing/2014/main" id="{2D16731C-C685-4EA6-87B0-2801D59888E6}"/>
                </a:ext>
              </a:extLst>
            </p:cNvPr>
            <p:cNvSpPr/>
            <p:nvPr/>
          </p:nvSpPr>
          <p:spPr>
            <a:xfrm>
              <a:off x="23324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;p2">
              <a:extLst>
                <a:ext uri="{FF2B5EF4-FFF2-40B4-BE49-F238E27FC236}">
                  <a16:creationId xmlns:a16="http://schemas.microsoft.com/office/drawing/2014/main" id="{D4CF89C3-2BA3-44CF-A99A-C40770AF9221}"/>
                </a:ext>
              </a:extLst>
            </p:cNvPr>
            <p:cNvSpPr/>
            <p:nvPr/>
          </p:nvSpPr>
          <p:spPr>
            <a:xfrm>
              <a:off x="23812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;p2">
              <a:extLst>
                <a:ext uri="{FF2B5EF4-FFF2-40B4-BE49-F238E27FC236}">
                  <a16:creationId xmlns:a16="http://schemas.microsoft.com/office/drawing/2014/main" id="{2E6E5C75-D48B-40A9-BAB6-CD3DEBA1A1EF}"/>
                </a:ext>
              </a:extLst>
            </p:cNvPr>
            <p:cNvSpPr/>
            <p:nvPr/>
          </p:nvSpPr>
          <p:spPr>
            <a:xfrm>
              <a:off x="24298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;p2">
              <a:extLst>
                <a:ext uri="{FF2B5EF4-FFF2-40B4-BE49-F238E27FC236}">
                  <a16:creationId xmlns:a16="http://schemas.microsoft.com/office/drawing/2014/main" id="{90D5C7AB-50A8-4645-8E02-F0809A962AA4}"/>
                </a:ext>
              </a:extLst>
            </p:cNvPr>
            <p:cNvSpPr/>
            <p:nvPr/>
          </p:nvSpPr>
          <p:spPr>
            <a:xfrm>
              <a:off x="24786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;p2">
              <a:extLst>
                <a:ext uri="{FF2B5EF4-FFF2-40B4-BE49-F238E27FC236}">
                  <a16:creationId xmlns:a16="http://schemas.microsoft.com/office/drawing/2014/main" id="{D4424319-4E40-4621-B327-C165F2AF53A9}"/>
                </a:ext>
              </a:extLst>
            </p:cNvPr>
            <p:cNvSpPr/>
            <p:nvPr/>
          </p:nvSpPr>
          <p:spPr>
            <a:xfrm>
              <a:off x="252730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;p2">
              <a:extLst>
                <a:ext uri="{FF2B5EF4-FFF2-40B4-BE49-F238E27FC236}">
                  <a16:creationId xmlns:a16="http://schemas.microsoft.com/office/drawing/2014/main" id="{F8FB3B9E-33C0-453A-8028-79509AA7352A}"/>
                </a:ext>
              </a:extLst>
            </p:cNvPr>
            <p:cNvSpPr/>
            <p:nvPr/>
          </p:nvSpPr>
          <p:spPr>
            <a:xfrm>
              <a:off x="223505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2;p2">
              <a:extLst>
                <a:ext uri="{FF2B5EF4-FFF2-40B4-BE49-F238E27FC236}">
                  <a16:creationId xmlns:a16="http://schemas.microsoft.com/office/drawing/2014/main" id="{8543C7EB-FC5E-4A1D-A083-67D066DFAA9C}"/>
                </a:ext>
              </a:extLst>
            </p:cNvPr>
            <p:cNvSpPr/>
            <p:nvPr/>
          </p:nvSpPr>
          <p:spPr>
            <a:xfrm>
              <a:off x="228375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3;p2">
              <a:extLst>
                <a:ext uri="{FF2B5EF4-FFF2-40B4-BE49-F238E27FC236}">
                  <a16:creationId xmlns:a16="http://schemas.microsoft.com/office/drawing/2014/main" id="{DE4F5BB4-EE78-4EF0-9210-3374CC06477A}"/>
                </a:ext>
              </a:extLst>
            </p:cNvPr>
            <p:cNvSpPr/>
            <p:nvPr/>
          </p:nvSpPr>
          <p:spPr>
            <a:xfrm>
              <a:off x="23324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4;p2">
              <a:extLst>
                <a:ext uri="{FF2B5EF4-FFF2-40B4-BE49-F238E27FC236}">
                  <a16:creationId xmlns:a16="http://schemas.microsoft.com/office/drawing/2014/main" id="{E0A962EC-16B4-49DC-ABEC-F0AB205906B3}"/>
                </a:ext>
              </a:extLst>
            </p:cNvPr>
            <p:cNvSpPr/>
            <p:nvPr/>
          </p:nvSpPr>
          <p:spPr>
            <a:xfrm>
              <a:off x="23812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5;p2">
              <a:extLst>
                <a:ext uri="{FF2B5EF4-FFF2-40B4-BE49-F238E27FC236}">
                  <a16:creationId xmlns:a16="http://schemas.microsoft.com/office/drawing/2014/main" id="{B0C5EEC8-FC3D-404A-B06B-4931533709A3}"/>
                </a:ext>
              </a:extLst>
            </p:cNvPr>
            <p:cNvSpPr/>
            <p:nvPr/>
          </p:nvSpPr>
          <p:spPr>
            <a:xfrm>
              <a:off x="24298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;p2">
              <a:extLst>
                <a:ext uri="{FF2B5EF4-FFF2-40B4-BE49-F238E27FC236}">
                  <a16:creationId xmlns:a16="http://schemas.microsoft.com/office/drawing/2014/main" id="{72F606C0-3BA6-4074-A089-C8EE287F741B}"/>
                </a:ext>
              </a:extLst>
            </p:cNvPr>
            <p:cNvSpPr/>
            <p:nvPr/>
          </p:nvSpPr>
          <p:spPr>
            <a:xfrm>
              <a:off x="24786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7;p2">
              <a:extLst>
                <a:ext uri="{FF2B5EF4-FFF2-40B4-BE49-F238E27FC236}">
                  <a16:creationId xmlns:a16="http://schemas.microsoft.com/office/drawing/2014/main" id="{34FEC093-811D-4B84-BE23-04C6C2A5B7A8}"/>
                </a:ext>
              </a:extLst>
            </p:cNvPr>
            <p:cNvSpPr/>
            <p:nvPr/>
          </p:nvSpPr>
          <p:spPr>
            <a:xfrm>
              <a:off x="252730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8;p2">
              <a:extLst>
                <a:ext uri="{FF2B5EF4-FFF2-40B4-BE49-F238E27FC236}">
                  <a16:creationId xmlns:a16="http://schemas.microsoft.com/office/drawing/2014/main" id="{814EA3AA-C54C-47F0-946E-BD5F2F902BF1}"/>
                </a:ext>
              </a:extLst>
            </p:cNvPr>
            <p:cNvSpPr/>
            <p:nvPr/>
          </p:nvSpPr>
          <p:spPr>
            <a:xfrm>
              <a:off x="223505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9;p2">
              <a:extLst>
                <a:ext uri="{FF2B5EF4-FFF2-40B4-BE49-F238E27FC236}">
                  <a16:creationId xmlns:a16="http://schemas.microsoft.com/office/drawing/2014/main" id="{99653922-E0B9-4B47-B444-CADA7918E12F}"/>
                </a:ext>
              </a:extLst>
            </p:cNvPr>
            <p:cNvSpPr/>
            <p:nvPr/>
          </p:nvSpPr>
          <p:spPr>
            <a:xfrm>
              <a:off x="228375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1" y="1"/>
                    <a:pt x="1" y="139"/>
                    <a:pt x="1" y="312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;p2">
              <a:extLst>
                <a:ext uri="{FF2B5EF4-FFF2-40B4-BE49-F238E27FC236}">
                  <a16:creationId xmlns:a16="http://schemas.microsoft.com/office/drawing/2014/main" id="{25B6295E-EB06-4005-BEDE-0E6D2C1BA22B}"/>
                </a:ext>
              </a:extLst>
            </p:cNvPr>
            <p:cNvSpPr/>
            <p:nvPr/>
          </p:nvSpPr>
          <p:spPr>
            <a:xfrm>
              <a:off x="23324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1;p2">
              <a:extLst>
                <a:ext uri="{FF2B5EF4-FFF2-40B4-BE49-F238E27FC236}">
                  <a16:creationId xmlns:a16="http://schemas.microsoft.com/office/drawing/2014/main" id="{E914C873-B64D-4558-AA11-7967F665C798}"/>
                </a:ext>
              </a:extLst>
            </p:cNvPr>
            <p:cNvSpPr/>
            <p:nvPr/>
          </p:nvSpPr>
          <p:spPr>
            <a:xfrm>
              <a:off x="23812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1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;p2">
              <a:extLst>
                <a:ext uri="{FF2B5EF4-FFF2-40B4-BE49-F238E27FC236}">
                  <a16:creationId xmlns:a16="http://schemas.microsoft.com/office/drawing/2014/main" id="{E661E36B-D6C7-4F92-A4CF-77BE496DB092}"/>
                </a:ext>
              </a:extLst>
            </p:cNvPr>
            <p:cNvSpPr/>
            <p:nvPr/>
          </p:nvSpPr>
          <p:spPr>
            <a:xfrm>
              <a:off x="24298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3;p2">
              <a:extLst>
                <a:ext uri="{FF2B5EF4-FFF2-40B4-BE49-F238E27FC236}">
                  <a16:creationId xmlns:a16="http://schemas.microsoft.com/office/drawing/2014/main" id="{DF98ED0E-DE5B-4ABC-99CF-22C36072ECC9}"/>
                </a:ext>
              </a:extLst>
            </p:cNvPr>
            <p:cNvSpPr/>
            <p:nvPr/>
          </p:nvSpPr>
          <p:spPr>
            <a:xfrm>
              <a:off x="24786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4;p2">
              <a:extLst>
                <a:ext uri="{FF2B5EF4-FFF2-40B4-BE49-F238E27FC236}">
                  <a16:creationId xmlns:a16="http://schemas.microsoft.com/office/drawing/2014/main" id="{9BA0AE6B-26BF-4B91-9C42-AC5C59E853C1}"/>
                </a:ext>
              </a:extLst>
            </p:cNvPr>
            <p:cNvSpPr/>
            <p:nvPr/>
          </p:nvSpPr>
          <p:spPr>
            <a:xfrm>
              <a:off x="252730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E25E61B2-ED69-4763-AB25-AEF57FE2AB7F}"/>
              </a:ext>
            </a:extLst>
          </p:cNvPr>
          <p:cNvSpPr txBox="1">
            <a:spLocks/>
          </p:cNvSpPr>
          <p:nvPr/>
        </p:nvSpPr>
        <p:spPr>
          <a:xfrm>
            <a:off x="2921739" y="1434809"/>
            <a:ext cx="4491405" cy="58477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Used to create FoodItem, Customer, Restaurant, and Cart.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A8945E-90AA-4E62-B054-7CAF621A10C7}"/>
              </a:ext>
            </a:extLst>
          </p:cNvPr>
          <p:cNvSpPr txBox="1"/>
          <p:nvPr/>
        </p:nvSpPr>
        <p:spPr>
          <a:xfrm>
            <a:off x="3136165" y="-97164"/>
            <a:ext cx="5980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OOP Concepts Used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73010C3-521D-4DBE-B583-E4B953D8A0F9}"/>
              </a:ext>
            </a:extLst>
          </p:cNvPr>
          <p:cNvSpPr/>
          <p:nvPr/>
        </p:nvSpPr>
        <p:spPr>
          <a:xfrm rot="16200000" flipH="1">
            <a:off x="-241661" y="219976"/>
            <a:ext cx="1864824" cy="1381502"/>
          </a:xfrm>
          <a:custGeom>
            <a:avLst/>
            <a:gdLst>
              <a:gd name="connsiteX0" fmla="*/ 2407288 w 2407288"/>
              <a:gd name="connsiteY0" fmla="*/ 0 h 1807308"/>
              <a:gd name="connsiteX1" fmla="*/ 0 w 2407288"/>
              <a:gd name="connsiteY1" fmla="*/ 0 h 1807308"/>
              <a:gd name="connsiteX2" fmla="*/ 0 w 2407288"/>
              <a:gd name="connsiteY2" fmla="*/ 1807308 h 1807308"/>
              <a:gd name="connsiteX3" fmla="*/ 45263 w 2407288"/>
              <a:gd name="connsiteY3" fmla="*/ 1765334 h 1807308"/>
              <a:gd name="connsiteX4" fmla="*/ 2328989 w 2407288"/>
              <a:gd name="connsiteY4" fmla="*/ 29607 h 1807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88" h="1807308">
                <a:moveTo>
                  <a:pt x="2407288" y="0"/>
                </a:moveTo>
                <a:lnTo>
                  <a:pt x="0" y="0"/>
                </a:lnTo>
                <a:lnTo>
                  <a:pt x="0" y="1807308"/>
                </a:lnTo>
                <a:lnTo>
                  <a:pt x="45263" y="1765334"/>
                </a:lnTo>
                <a:cubicBezTo>
                  <a:pt x="766809" y="1087502"/>
                  <a:pt x="1485499" y="386979"/>
                  <a:pt x="2328989" y="29607"/>
                </a:cubicBezTo>
                <a:close/>
              </a:path>
            </a:pathLst>
          </a:custGeom>
          <a:solidFill>
            <a:srgbClr val="073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597787E9-0CD0-4A1A-9025-57C64D4FF9AE}"/>
              </a:ext>
            </a:extLst>
          </p:cNvPr>
          <p:cNvSpPr txBox="1">
            <a:spLocks/>
          </p:cNvSpPr>
          <p:nvPr/>
        </p:nvSpPr>
        <p:spPr>
          <a:xfrm>
            <a:off x="2831333" y="826166"/>
            <a:ext cx="4171946" cy="105067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b="1" dirty="0">
                <a:latin typeface="Open Sans" panose="020B0606030504020204"/>
              </a:rPr>
              <a:t>Classes and Objects</a:t>
            </a:r>
          </a:p>
          <a:p>
            <a:pPr algn="l">
              <a:lnSpc>
                <a:spcPct val="150000"/>
              </a:lnSpc>
            </a:pP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Open Sans" panose="020B0606030504020204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B64EE72-D29A-48F0-9CD1-EAF8FAF950FC}"/>
              </a:ext>
            </a:extLst>
          </p:cNvPr>
          <p:cNvSpPr>
            <a:spLocks noChangeAspect="1"/>
          </p:cNvSpPr>
          <p:nvPr/>
        </p:nvSpPr>
        <p:spPr>
          <a:xfrm rot="10800000">
            <a:off x="2512176" y="21643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10A96C-328C-4ABF-B49C-B3B4F2706AF0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31641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B6F5D4C-949C-4E25-BD11-B2B1CCB448DD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4258113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6508CCA5-1BE0-4A7E-8636-75EFF494D40B}"/>
              </a:ext>
            </a:extLst>
          </p:cNvPr>
          <p:cNvSpPr txBox="1">
            <a:spLocks/>
          </p:cNvSpPr>
          <p:nvPr/>
        </p:nvSpPr>
        <p:spPr>
          <a:xfrm>
            <a:off x="2831332" y="3108023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Open Sans" panose="020B0606030504020204"/>
              </a:rPr>
              <a:t>Constructors</a:t>
            </a:r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16E66DF5-E768-4598-86F4-A60F078409E6}"/>
              </a:ext>
            </a:extLst>
          </p:cNvPr>
          <p:cNvSpPr txBox="1">
            <a:spLocks/>
          </p:cNvSpPr>
          <p:nvPr/>
        </p:nvSpPr>
        <p:spPr>
          <a:xfrm>
            <a:off x="2873016" y="4186963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Open Sans" panose="020B0606030504020204"/>
              </a:rPr>
              <a:t>Reusability</a:t>
            </a:r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4BC976A8-878A-4018-B3E4-4C45E6D829FE}"/>
              </a:ext>
            </a:extLst>
          </p:cNvPr>
          <p:cNvSpPr txBox="1">
            <a:spLocks/>
          </p:cNvSpPr>
          <p:nvPr/>
        </p:nvSpPr>
        <p:spPr>
          <a:xfrm>
            <a:off x="2852243" y="4577478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r>
              <a:rPr lang="en-US" sz="1600" dirty="0"/>
              <a:t>FoodItem objects are reused in Restaurant and Cart classes.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E6212D-2240-475B-9FDF-86EC1A390A1D}"/>
              </a:ext>
            </a:extLst>
          </p:cNvPr>
          <p:cNvCxnSpPr/>
          <p:nvPr/>
        </p:nvCxnSpPr>
        <p:spPr>
          <a:xfrm>
            <a:off x="3583479" y="737233"/>
            <a:ext cx="50250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D128CFB-6628-44C8-A5EC-D7C94B5B1D86}"/>
              </a:ext>
            </a:extLst>
          </p:cNvPr>
          <p:cNvSpPr>
            <a:spLocks noChangeAspect="1"/>
          </p:cNvSpPr>
          <p:nvPr/>
        </p:nvSpPr>
        <p:spPr>
          <a:xfrm rot="10800000">
            <a:off x="2492822" y="5229663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2DE235D1-4D47-4B99-94E3-046D4C58F6FE}"/>
              </a:ext>
            </a:extLst>
          </p:cNvPr>
          <p:cNvSpPr txBox="1">
            <a:spLocks/>
          </p:cNvSpPr>
          <p:nvPr/>
        </p:nvSpPr>
        <p:spPr>
          <a:xfrm>
            <a:off x="2852243" y="5169876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>
                <a:latin typeface="Open Sans" panose="020B0606030504020204"/>
              </a:rPr>
              <a:t>Modularity</a:t>
            </a:r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A0D8854B-87E8-49BD-8588-0A734CB5A398}"/>
              </a:ext>
            </a:extLst>
          </p:cNvPr>
          <p:cNvSpPr txBox="1">
            <a:spLocks/>
          </p:cNvSpPr>
          <p:nvPr/>
        </p:nvSpPr>
        <p:spPr>
          <a:xfrm>
            <a:off x="2922603" y="5592997"/>
            <a:ext cx="5756277" cy="58477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Project is divided into multiple header files for better organization.</a:t>
            </a:r>
          </a:p>
        </p:txBody>
      </p:sp>
    </p:spTree>
    <p:extLst>
      <p:ext uri="{BB962C8B-B14F-4D97-AF65-F5344CB8AC3E}">
        <p14:creationId xmlns:p14="http://schemas.microsoft.com/office/powerpoint/2010/main" val="209325965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3" name="Straight Connector 2">
            <a:extLst>
              <a:ext uri="{FF2B5EF4-FFF2-40B4-BE49-F238E27FC236}">
                <a16:creationId xmlns:a16="http://schemas.microsoft.com/office/drawing/2014/main" id="{EF5D278E-B706-4CBE-9363-2492CEF15B33}"/>
              </a:ext>
            </a:extLst>
          </p:cNvPr>
          <p:cNvCxnSpPr>
            <a:cxnSpLocks/>
            <a:endCxn id="14" idx="4"/>
          </p:cNvCxnSpPr>
          <p:nvPr/>
        </p:nvCxnSpPr>
        <p:spPr>
          <a:xfrm flipV="1">
            <a:off x="2682918" y="951996"/>
            <a:ext cx="0" cy="5395312"/>
          </a:xfrm>
          <a:prstGeom prst="lin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38100">
            <a:solidFill>
              <a:schemeClr val="tx1"/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4" name="Oval 13">
            <a:extLst>
              <a:ext uri="{FF2B5EF4-FFF2-40B4-BE49-F238E27FC236}">
                <a16:creationId xmlns:a16="http://schemas.microsoft.com/office/drawing/2014/main" id="{220F06D9-9BA1-46C5-9491-3C9E3AC6FB3E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951996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grpSp>
        <p:nvGrpSpPr>
          <p:cNvPr id="29" name="Group 28">
            <a:extLst>
              <a:ext uri="{FF2B5EF4-FFF2-40B4-BE49-F238E27FC236}">
                <a16:creationId xmlns:a16="http://schemas.microsoft.com/office/drawing/2014/main" id="{6643A6F6-165B-4720-8D90-AD63495F4114}"/>
              </a:ext>
            </a:extLst>
          </p:cNvPr>
          <p:cNvGrpSpPr/>
          <p:nvPr/>
        </p:nvGrpSpPr>
        <p:grpSpPr>
          <a:xfrm>
            <a:off x="2896049" y="1981482"/>
            <a:ext cx="4197637" cy="1010213"/>
            <a:chOff x="3150870" y="888503"/>
            <a:chExt cx="4197637" cy="1010213"/>
          </a:xfrm>
        </p:grpSpPr>
        <p:sp>
          <p:nvSpPr>
            <p:cNvPr id="30" name="Text Placeholder 10">
              <a:extLst>
                <a:ext uri="{FF2B5EF4-FFF2-40B4-BE49-F238E27FC236}">
                  <a16:creationId xmlns:a16="http://schemas.microsoft.com/office/drawing/2014/main" id="{216649DB-C390-44D7-BCD5-C55A0162B354}"/>
                </a:ext>
              </a:extLst>
            </p:cNvPr>
            <p:cNvSpPr txBox="1">
              <a:spLocks/>
            </p:cNvSpPr>
            <p:nvPr/>
          </p:nvSpPr>
          <p:spPr>
            <a:xfrm>
              <a:off x="3176560" y="1445579"/>
              <a:ext cx="4171947" cy="307777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/>
              <a:r>
                <a:rPr lang="en-US" sz="1400" dirty="0"/>
                <a:t>Displays available food items.</a:t>
              </a:r>
            </a:p>
          </p:txBody>
        </p:sp>
        <p:sp>
          <p:nvSpPr>
            <p:cNvPr id="31" name="Text Placeholder 10">
              <a:extLst>
                <a:ext uri="{FF2B5EF4-FFF2-40B4-BE49-F238E27FC236}">
                  <a16:creationId xmlns:a16="http://schemas.microsoft.com/office/drawing/2014/main" id="{2E56F9D4-D4C5-4198-93D2-39A06A152B93}"/>
                </a:ext>
              </a:extLst>
            </p:cNvPr>
            <p:cNvSpPr txBox="1">
              <a:spLocks/>
            </p:cNvSpPr>
            <p:nvPr/>
          </p:nvSpPr>
          <p:spPr>
            <a:xfrm>
              <a:off x="3150870" y="888503"/>
              <a:ext cx="3785050" cy="1010213"/>
            </a:xfrm>
            <a:prstGeom prst="rect">
              <a:avLst/>
            </a:prstGeom>
          </p:spPr>
          <p:txBody>
            <a:bodyPr vert="horz" wrap="square" lIns="91440" tIns="45720" rIns="91440" bIns="45720" rtlCol="0" anchor="t">
              <a:spAutoFit/>
            </a:bodyPr>
            <a:lstStyle>
              <a:defPPr>
                <a:defRPr lang="en-US"/>
              </a:defPPr>
              <a:lvl1pPr marL="0" algn="r" defTabSz="914400" rtl="0" eaLnBrk="1" latinLnBrk="0" hangingPunct="1">
                <a:defRPr sz="2400" kern="1200">
                  <a:solidFill>
                    <a:schemeClr val="tx1"/>
                  </a:solidFill>
                  <a:latin typeface="Raleway" panose="020B0503030101060003" pitchFamily="34" charset="0"/>
                  <a:ea typeface="+mn-ea"/>
                  <a:cs typeface="+mn-cs"/>
                </a:defRPr>
              </a:lvl1pPr>
              <a:lvl2pPr marL="457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2pPr>
              <a:lvl3pPr marL="914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3pPr>
              <a:lvl4pPr marL="1371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4pPr>
              <a:lvl5pPr marL="18288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5pPr>
              <a:lvl6pPr marL="22860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6pPr>
              <a:lvl7pPr marL="27432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7pPr>
              <a:lvl8pPr marL="32004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8pPr>
              <a:lvl9pPr marL="3657600" algn="l" defTabSz="914400" rtl="0" eaLnBrk="1" latinLnBrk="0" hangingPunct="1">
                <a:defRPr sz="1800" kern="1200">
                  <a:solidFill>
                    <a:schemeClr val="tx1"/>
                  </a:solidFill>
                  <a:latin typeface="+mn-lt"/>
                  <a:ea typeface="+mn-ea"/>
                  <a:cs typeface="+mn-cs"/>
                </a:defRPr>
              </a:lvl9pPr>
            </a:lstStyle>
            <a:p>
              <a:pPr algn="l">
                <a:lnSpc>
                  <a:spcPct val="150000"/>
                </a:lnSpc>
              </a:pPr>
              <a:r>
                <a:rPr lang="en-US" b="1" dirty="0">
                  <a:latin typeface="+mn-lt"/>
                </a:rPr>
                <a:t>Menu Screen</a:t>
              </a:r>
            </a:p>
            <a:p>
              <a:pPr algn="l">
                <a:lnSpc>
                  <a:spcPct val="150000"/>
                </a:lnSpc>
              </a:pPr>
              <a:endParaRPr lang="en-US" sz="1800" b="1" dirty="0">
                <a:solidFill>
                  <a:schemeClr val="tx1">
                    <a:lumMod val="85000"/>
                    <a:lumOff val="15000"/>
                  </a:schemeClr>
                </a:solidFill>
                <a:latin typeface="Open Sans" panose="020B0606030504020204"/>
                <a:ea typeface="Open Sans" panose="020B0606030504020204" pitchFamily="34" charset="0"/>
                <a:cs typeface="Open Sans" panose="020B0606030504020204" pitchFamily="34" charset="0"/>
              </a:endParaRPr>
            </a:p>
          </p:txBody>
        </p:sp>
      </p:grpSp>
      <p:sp>
        <p:nvSpPr>
          <p:cNvPr id="33" name="Text Placeholder 10">
            <a:extLst>
              <a:ext uri="{FF2B5EF4-FFF2-40B4-BE49-F238E27FC236}">
                <a16:creationId xmlns:a16="http://schemas.microsoft.com/office/drawing/2014/main" id="{A00E5B7D-D59A-4CC9-BD19-8D5A3D3C7EAA}"/>
              </a:ext>
            </a:extLst>
          </p:cNvPr>
          <p:cNvSpPr txBox="1">
            <a:spLocks/>
          </p:cNvSpPr>
          <p:nvPr/>
        </p:nvSpPr>
        <p:spPr>
          <a:xfrm>
            <a:off x="2913078" y="3496931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Shows selected items and total bill.</a:t>
            </a:r>
          </a:p>
        </p:txBody>
      </p:sp>
      <p:sp>
        <p:nvSpPr>
          <p:cNvPr id="41" name="Parallelogram 40">
            <a:extLst>
              <a:ext uri="{FF2B5EF4-FFF2-40B4-BE49-F238E27FC236}">
                <a16:creationId xmlns:a16="http://schemas.microsoft.com/office/drawing/2014/main" id="{247C4EF1-09F3-4B1B-9919-986673F0D4C6}"/>
              </a:ext>
            </a:extLst>
          </p:cNvPr>
          <p:cNvSpPr/>
          <p:nvPr/>
        </p:nvSpPr>
        <p:spPr>
          <a:xfrm>
            <a:off x="10252606" y="0"/>
            <a:ext cx="4171927" cy="6858000"/>
          </a:xfrm>
          <a:prstGeom prst="parallelogram">
            <a:avLst>
              <a:gd name="adj" fmla="val 23082"/>
            </a:avLst>
          </a:pr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grpSp>
        <p:nvGrpSpPr>
          <p:cNvPr id="43" name="Google Shape;279;p29">
            <a:extLst>
              <a:ext uri="{FF2B5EF4-FFF2-40B4-BE49-F238E27FC236}">
                <a16:creationId xmlns:a16="http://schemas.microsoft.com/office/drawing/2014/main" id="{70E4806A-0AFB-4ABD-8190-2D1CB99CB54E}"/>
              </a:ext>
            </a:extLst>
          </p:cNvPr>
          <p:cNvGrpSpPr/>
          <p:nvPr/>
        </p:nvGrpSpPr>
        <p:grpSpPr>
          <a:xfrm>
            <a:off x="11530311" y="-427673"/>
            <a:ext cx="1156990" cy="1156990"/>
            <a:chOff x="238125" y="2189800"/>
            <a:chExt cx="1119325" cy="1119325"/>
          </a:xfrm>
          <a:solidFill>
            <a:schemeClr val="bg1">
              <a:lumMod val="95000"/>
            </a:schemeClr>
          </a:solidFill>
        </p:grpSpPr>
        <p:sp>
          <p:nvSpPr>
            <p:cNvPr id="44" name="Google Shape;280;p29">
              <a:extLst>
                <a:ext uri="{FF2B5EF4-FFF2-40B4-BE49-F238E27FC236}">
                  <a16:creationId xmlns:a16="http://schemas.microsoft.com/office/drawing/2014/main" id="{C97E4C44-AE4E-4F6E-A734-9F0694BFEEBA}"/>
                </a:ext>
              </a:extLst>
            </p:cNvPr>
            <p:cNvSpPr/>
            <p:nvPr/>
          </p:nvSpPr>
          <p:spPr>
            <a:xfrm>
              <a:off x="289900" y="2241600"/>
              <a:ext cx="267950" cy="267950"/>
            </a:xfrm>
            <a:custGeom>
              <a:avLst/>
              <a:gdLst/>
              <a:ahLst/>
              <a:cxnLst/>
              <a:rect l="l" t="t" r="r" b="b"/>
              <a:pathLst>
                <a:path w="10718" h="10718" extrusionOk="0">
                  <a:moveTo>
                    <a:pt x="10717" y="1"/>
                  </a:moveTo>
                  <a:lnTo>
                    <a:pt x="10717" y="1"/>
                  </a:lnTo>
                  <a:cubicBezTo>
                    <a:pt x="8382" y="1104"/>
                    <a:pt x="6257" y="2604"/>
                    <a:pt x="4431" y="4431"/>
                  </a:cubicBezTo>
                  <a:cubicBezTo>
                    <a:pt x="2604" y="6255"/>
                    <a:pt x="1106" y="8382"/>
                    <a:pt x="1" y="10717"/>
                  </a:cubicBezTo>
                  <a:lnTo>
                    <a:pt x="10717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5" name="Google Shape;281;p29">
              <a:extLst>
                <a:ext uri="{FF2B5EF4-FFF2-40B4-BE49-F238E27FC236}">
                  <a16:creationId xmlns:a16="http://schemas.microsoft.com/office/drawing/2014/main" id="{F3386F88-34BC-4AB2-BD44-AF4002FA5EE4}"/>
                </a:ext>
              </a:extLst>
            </p:cNvPr>
            <p:cNvSpPr/>
            <p:nvPr/>
          </p:nvSpPr>
          <p:spPr>
            <a:xfrm>
              <a:off x="238275" y="2189975"/>
              <a:ext cx="511350" cy="511375"/>
            </a:xfrm>
            <a:custGeom>
              <a:avLst/>
              <a:gdLst/>
              <a:ahLst/>
              <a:cxnLst/>
              <a:rect l="l" t="t" r="r" b="b"/>
              <a:pathLst>
                <a:path w="20454" h="20455" extrusionOk="0">
                  <a:moveTo>
                    <a:pt x="20453" y="1"/>
                  </a:moveTo>
                  <a:lnTo>
                    <a:pt x="20453" y="1"/>
                  </a:lnTo>
                  <a:cubicBezTo>
                    <a:pt x="19736" y="63"/>
                    <a:pt x="19023" y="158"/>
                    <a:pt x="18312" y="287"/>
                  </a:cubicBezTo>
                  <a:lnTo>
                    <a:pt x="289" y="18312"/>
                  </a:lnTo>
                  <a:cubicBezTo>
                    <a:pt x="159" y="19023"/>
                    <a:pt x="63" y="19736"/>
                    <a:pt x="1" y="20455"/>
                  </a:cubicBezTo>
                  <a:lnTo>
                    <a:pt x="20453" y="1"/>
                  </a:ln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6" name="Google Shape;282;p29">
              <a:extLst>
                <a:ext uri="{FF2B5EF4-FFF2-40B4-BE49-F238E27FC236}">
                  <a16:creationId xmlns:a16="http://schemas.microsoft.com/office/drawing/2014/main" id="{7A6E330C-14B5-4B69-B890-9B99C8AF2D3C}"/>
                </a:ext>
              </a:extLst>
            </p:cNvPr>
            <p:cNvSpPr/>
            <p:nvPr/>
          </p:nvSpPr>
          <p:spPr>
            <a:xfrm>
              <a:off x="238125" y="2189800"/>
              <a:ext cx="646975" cy="646950"/>
            </a:xfrm>
            <a:custGeom>
              <a:avLst/>
              <a:gdLst/>
              <a:ahLst/>
              <a:cxnLst/>
              <a:rect l="l" t="t" r="r" b="b"/>
              <a:pathLst>
                <a:path w="25879" h="25878" extrusionOk="0">
                  <a:moveTo>
                    <a:pt x="24220" y="1"/>
                  </a:moveTo>
                  <a:lnTo>
                    <a:pt x="0" y="24221"/>
                  </a:lnTo>
                  <a:cubicBezTo>
                    <a:pt x="46" y="24774"/>
                    <a:pt x="111" y="25327"/>
                    <a:pt x="197" y="25877"/>
                  </a:cubicBezTo>
                  <a:lnTo>
                    <a:pt x="25878" y="197"/>
                  </a:lnTo>
                  <a:cubicBezTo>
                    <a:pt x="25328" y="111"/>
                    <a:pt x="24775" y="45"/>
                    <a:pt x="2422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7" name="Google Shape;283;p29">
              <a:extLst>
                <a:ext uri="{FF2B5EF4-FFF2-40B4-BE49-F238E27FC236}">
                  <a16:creationId xmlns:a16="http://schemas.microsoft.com/office/drawing/2014/main" id="{3106BE66-295B-46C6-8831-F2D8B369DA3B}"/>
                </a:ext>
              </a:extLst>
            </p:cNvPr>
            <p:cNvSpPr/>
            <p:nvPr/>
          </p:nvSpPr>
          <p:spPr>
            <a:xfrm>
              <a:off x="260500" y="2212175"/>
              <a:ext cx="735575" cy="735575"/>
            </a:xfrm>
            <a:custGeom>
              <a:avLst/>
              <a:gdLst/>
              <a:ahLst/>
              <a:cxnLst/>
              <a:rect l="l" t="t" r="r" b="b"/>
              <a:pathLst>
                <a:path w="29423" h="29423" extrusionOk="0">
                  <a:moveTo>
                    <a:pt x="28037" y="0"/>
                  </a:moveTo>
                  <a:lnTo>
                    <a:pt x="1" y="28036"/>
                  </a:lnTo>
                  <a:cubicBezTo>
                    <a:pt x="143" y="28502"/>
                    <a:pt x="298" y="28964"/>
                    <a:pt x="470" y="29423"/>
                  </a:cubicBezTo>
                  <a:lnTo>
                    <a:pt x="29422" y="471"/>
                  </a:lnTo>
                  <a:cubicBezTo>
                    <a:pt x="28965" y="299"/>
                    <a:pt x="28503" y="142"/>
                    <a:pt x="28037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8" name="Google Shape;284;p29">
              <a:extLst>
                <a:ext uri="{FF2B5EF4-FFF2-40B4-BE49-F238E27FC236}">
                  <a16:creationId xmlns:a16="http://schemas.microsoft.com/office/drawing/2014/main" id="{160BE9D4-AD51-4325-8C21-6010ED4A964B}"/>
                </a:ext>
              </a:extLst>
            </p:cNvPr>
            <p:cNvSpPr/>
            <p:nvPr/>
          </p:nvSpPr>
          <p:spPr>
            <a:xfrm>
              <a:off x="301425" y="2253075"/>
              <a:ext cx="788775" cy="788825"/>
            </a:xfrm>
            <a:custGeom>
              <a:avLst/>
              <a:gdLst/>
              <a:ahLst/>
              <a:cxnLst/>
              <a:rect l="l" t="t" r="r" b="b"/>
              <a:pathLst>
                <a:path w="31551" h="31553" extrusionOk="0">
                  <a:moveTo>
                    <a:pt x="30370" y="1"/>
                  </a:moveTo>
                  <a:lnTo>
                    <a:pt x="0" y="30371"/>
                  </a:lnTo>
                  <a:cubicBezTo>
                    <a:pt x="211" y="30770"/>
                    <a:pt x="436" y="31164"/>
                    <a:pt x="675" y="31552"/>
                  </a:cubicBezTo>
                  <a:lnTo>
                    <a:pt x="31551" y="675"/>
                  </a:lnTo>
                  <a:cubicBezTo>
                    <a:pt x="31163" y="437"/>
                    <a:pt x="30770" y="213"/>
                    <a:pt x="30370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49" name="Google Shape;285;p29">
              <a:extLst>
                <a:ext uri="{FF2B5EF4-FFF2-40B4-BE49-F238E27FC236}">
                  <a16:creationId xmlns:a16="http://schemas.microsoft.com/office/drawing/2014/main" id="{FD6715B6-E430-4756-994E-8A942FF40E4B}"/>
                </a:ext>
              </a:extLst>
            </p:cNvPr>
            <p:cNvSpPr/>
            <p:nvPr/>
          </p:nvSpPr>
          <p:spPr>
            <a:xfrm>
              <a:off x="356800" y="2308450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547" y="1"/>
                  </a:moveTo>
                  <a:lnTo>
                    <a:pt x="0" y="31549"/>
                  </a:lnTo>
                  <a:cubicBezTo>
                    <a:pt x="270" y="31890"/>
                    <a:pt x="552" y="32227"/>
                    <a:pt x="846" y="32556"/>
                  </a:cubicBezTo>
                  <a:lnTo>
                    <a:pt x="32556" y="848"/>
                  </a:lnTo>
                  <a:cubicBezTo>
                    <a:pt x="32226" y="554"/>
                    <a:pt x="31890" y="272"/>
                    <a:pt x="3154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0" name="Google Shape;286;p29">
              <a:extLst>
                <a:ext uri="{FF2B5EF4-FFF2-40B4-BE49-F238E27FC236}">
                  <a16:creationId xmlns:a16="http://schemas.microsoft.com/office/drawing/2014/main" id="{2E5F221D-A2C8-49D7-8445-64B271D4B855}"/>
                </a:ext>
              </a:extLst>
            </p:cNvPr>
            <p:cNvSpPr/>
            <p:nvPr/>
          </p:nvSpPr>
          <p:spPr>
            <a:xfrm>
              <a:off x="424825" y="2376525"/>
              <a:ext cx="813925" cy="813925"/>
            </a:xfrm>
            <a:custGeom>
              <a:avLst/>
              <a:gdLst/>
              <a:ahLst/>
              <a:cxnLst/>
              <a:rect l="l" t="t" r="r" b="b"/>
              <a:pathLst>
                <a:path w="32557" h="32557" extrusionOk="0">
                  <a:moveTo>
                    <a:pt x="31711" y="1"/>
                  </a:moveTo>
                  <a:lnTo>
                    <a:pt x="1" y="31709"/>
                  </a:lnTo>
                  <a:cubicBezTo>
                    <a:pt x="331" y="32003"/>
                    <a:pt x="667" y="32286"/>
                    <a:pt x="1010" y="32556"/>
                  </a:cubicBezTo>
                  <a:lnTo>
                    <a:pt x="32557" y="1010"/>
                  </a:lnTo>
                  <a:cubicBezTo>
                    <a:pt x="32287" y="667"/>
                    <a:pt x="32005" y="330"/>
                    <a:pt x="317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1" name="Google Shape;287;p29">
              <a:extLst>
                <a:ext uri="{FF2B5EF4-FFF2-40B4-BE49-F238E27FC236}">
                  <a16:creationId xmlns:a16="http://schemas.microsoft.com/office/drawing/2014/main" id="{7CA5BBCD-4A86-480C-8A0B-BD9ACAF66330}"/>
                </a:ext>
              </a:extLst>
            </p:cNvPr>
            <p:cNvSpPr/>
            <p:nvPr/>
          </p:nvSpPr>
          <p:spPr>
            <a:xfrm>
              <a:off x="505350" y="2457000"/>
              <a:ext cx="788775" cy="788875"/>
            </a:xfrm>
            <a:custGeom>
              <a:avLst/>
              <a:gdLst/>
              <a:ahLst/>
              <a:cxnLst/>
              <a:rect l="l" t="t" r="r" b="b"/>
              <a:pathLst>
                <a:path w="31551" h="31555" extrusionOk="0">
                  <a:moveTo>
                    <a:pt x="30878" y="1"/>
                  </a:moveTo>
                  <a:lnTo>
                    <a:pt x="0" y="30879"/>
                  </a:lnTo>
                  <a:cubicBezTo>
                    <a:pt x="388" y="31116"/>
                    <a:pt x="782" y="31340"/>
                    <a:pt x="1181" y="31554"/>
                  </a:cubicBezTo>
                  <a:lnTo>
                    <a:pt x="31551" y="1182"/>
                  </a:lnTo>
                  <a:cubicBezTo>
                    <a:pt x="31340" y="783"/>
                    <a:pt x="31116" y="389"/>
                    <a:pt x="30878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2" name="Google Shape;288;p29">
              <a:extLst>
                <a:ext uri="{FF2B5EF4-FFF2-40B4-BE49-F238E27FC236}">
                  <a16:creationId xmlns:a16="http://schemas.microsoft.com/office/drawing/2014/main" id="{2618E23B-9C3A-4786-A2A8-A220F4CADD1D}"/>
                </a:ext>
              </a:extLst>
            </p:cNvPr>
            <p:cNvSpPr/>
            <p:nvPr/>
          </p:nvSpPr>
          <p:spPr>
            <a:xfrm>
              <a:off x="599500" y="2551175"/>
              <a:ext cx="735550" cy="735550"/>
            </a:xfrm>
            <a:custGeom>
              <a:avLst/>
              <a:gdLst/>
              <a:ahLst/>
              <a:cxnLst/>
              <a:rect l="l" t="t" r="r" b="b"/>
              <a:pathLst>
                <a:path w="29422" h="29422" extrusionOk="0">
                  <a:moveTo>
                    <a:pt x="28952" y="1"/>
                  </a:moveTo>
                  <a:lnTo>
                    <a:pt x="0" y="28953"/>
                  </a:lnTo>
                  <a:cubicBezTo>
                    <a:pt x="457" y="29125"/>
                    <a:pt x="919" y="29282"/>
                    <a:pt x="1385" y="29422"/>
                  </a:cubicBezTo>
                  <a:lnTo>
                    <a:pt x="29421" y="1386"/>
                  </a:lnTo>
                  <a:cubicBezTo>
                    <a:pt x="29281" y="920"/>
                    <a:pt x="29124" y="458"/>
                    <a:pt x="2895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3" name="Google Shape;289;p29">
              <a:extLst>
                <a:ext uri="{FF2B5EF4-FFF2-40B4-BE49-F238E27FC236}">
                  <a16:creationId xmlns:a16="http://schemas.microsoft.com/office/drawing/2014/main" id="{40ED4659-2FDA-458E-A17C-01806F8680B3}"/>
                </a:ext>
              </a:extLst>
            </p:cNvPr>
            <p:cNvSpPr/>
            <p:nvPr/>
          </p:nvSpPr>
          <p:spPr>
            <a:xfrm>
              <a:off x="710450" y="2662150"/>
              <a:ext cx="647000" cy="646975"/>
            </a:xfrm>
            <a:custGeom>
              <a:avLst/>
              <a:gdLst/>
              <a:ahLst/>
              <a:cxnLst/>
              <a:rect l="l" t="t" r="r" b="b"/>
              <a:pathLst>
                <a:path w="25880" h="25879" extrusionOk="0">
                  <a:moveTo>
                    <a:pt x="25682" y="1"/>
                  </a:moveTo>
                  <a:lnTo>
                    <a:pt x="1" y="25681"/>
                  </a:lnTo>
                  <a:cubicBezTo>
                    <a:pt x="552" y="25767"/>
                    <a:pt x="1104" y="25833"/>
                    <a:pt x="1659" y="25879"/>
                  </a:cubicBezTo>
                  <a:lnTo>
                    <a:pt x="25879" y="1659"/>
                  </a:lnTo>
                  <a:cubicBezTo>
                    <a:pt x="25834" y="1104"/>
                    <a:pt x="25768" y="551"/>
                    <a:pt x="2568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4" name="Google Shape;290;p29">
              <a:extLst>
                <a:ext uri="{FF2B5EF4-FFF2-40B4-BE49-F238E27FC236}">
                  <a16:creationId xmlns:a16="http://schemas.microsoft.com/office/drawing/2014/main" id="{6B25FF21-1EBF-4C56-80DB-E6182165FC53}"/>
                </a:ext>
              </a:extLst>
            </p:cNvPr>
            <p:cNvSpPr/>
            <p:nvPr/>
          </p:nvSpPr>
          <p:spPr>
            <a:xfrm>
              <a:off x="845925" y="2797575"/>
              <a:ext cx="511350" cy="511350"/>
            </a:xfrm>
            <a:custGeom>
              <a:avLst/>
              <a:gdLst/>
              <a:ahLst/>
              <a:cxnLst/>
              <a:rect l="l" t="t" r="r" b="b"/>
              <a:pathLst>
                <a:path w="20454" h="20454" extrusionOk="0">
                  <a:moveTo>
                    <a:pt x="20453" y="1"/>
                  </a:moveTo>
                  <a:lnTo>
                    <a:pt x="1" y="20453"/>
                  </a:lnTo>
                  <a:cubicBezTo>
                    <a:pt x="718" y="20391"/>
                    <a:pt x="1431" y="20297"/>
                    <a:pt x="2142" y="20167"/>
                  </a:cubicBezTo>
                  <a:lnTo>
                    <a:pt x="20165" y="2142"/>
                  </a:lnTo>
                  <a:cubicBezTo>
                    <a:pt x="20295" y="1433"/>
                    <a:pt x="20391" y="720"/>
                    <a:pt x="2045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5" name="Google Shape;291;p29">
              <a:extLst>
                <a:ext uri="{FF2B5EF4-FFF2-40B4-BE49-F238E27FC236}">
                  <a16:creationId xmlns:a16="http://schemas.microsoft.com/office/drawing/2014/main" id="{640C19AB-37E7-4EDD-A0CB-A5D2B523E9F6}"/>
                </a:ext>
              </a:extLst>
            </p:cNvPr>
            <p:cNvSpPr/>
            <p:nvPr/>
          </p:nvSpPr>
          <p:spPr>
            <a:xfrm>
              <a:off x="1037700" y="2989400"/>
              <a:ext cx="267950" cy="267900"/>
            </a:xfrm>
            <a:custGeom>
              <a:avLst/>
              <a:gdLst/>
              <a:ahLst/>
              <a:cxnLst/>
              <a:rect l="l" t="t" r="r" b="b"/>
              <a:pathLst>
                <a:path w="10718" h="10716" extrusionOk="0">
                  <a:moveTo>
                    <a:pt x="10717" y="1"/>
                  </a:moveTo>
                  <a:lnTo>
                    <a:pt x="1" y="10715"/>
                  </a:lnTo>
                  <a:cubicBezTo>
                    <a:pt x="4703" y="8488"/>
                    <a:pt x="8489" y="4703"/>
                    <a:pt x="10717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grpSp>
        <p:nvGrpSpPr>
          <p:cNvPr id="56" name="Google Shape;13;p2">
            <a:extLst>
              <a:ext uri="{FF2B5EF4-FFF2-40B4-BE49-F238E27FC236}">
                <a16:creationId xmlns:a16="http://schemas.microsoft.com/office/drawing/2014/main" id="{EBAF7E9A-D644-487A-B391-EB5A55036DDC}"/>
              </a:ext>
            </a:extLst>
          </p:cNvPr>
          <p:cNvGrpSpPr/>
          <p:nvPr/>
        </p:nvGrpSpPr>
        <p:grpSpPr>
          <a:xfrm rot="10800000">
            <a:off x="11002146" y="5924505"/>
            <a:ext cx="2226638" cy="732942"/>
            <a:chOff x="2235050" y="548425"/>
            <a:chExt cx="307875" cy="101325"/>
          </a:xfrm>
          <a:solidFill>
            <a:schemeClr val="bg1">
              <a:lumMod val="95000"/>
            </a:schemeClr>
          </a:solidFill>
        </p:grpSpPr>
        <p:sp>
          <p:nvSpPr>
            <p:cNvPr id="57" name="Google Shape;14;p2">
              <a:extLst>
                <a:ext uri="{FF2B5EF4-FFF2-40B4-BE49-F238E27FC236}">
                  <a16:creationId xmlns:a16="http://schemas.microsoft.com/office/drawing/2014/main" id="{E0968CB5-645C-4F88-AB80-E4F84DBFBEBC}"/>
                </a:ext>
              </a:extLst>
            </p:cNvPr>
            <p:cNvSpPr/>
            <p:nvPr/>
          </p:nvSpPr>
          <p:spPr>
            <a:xfrm>
              <a:off x="223505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8" name="Google Shape;15;p2">
              <a:extLst>
                <a:ext uri="{FF2B5EF4-FFF2-40B4-BE49-F238E27FC236}">
                  <a16:creationId xmlns:a16="http://schemas.microsoft.com/office/drawing/2014/main" id="{89ABB9E8-8463-4B83-98EA-A40EA4C0097B}"/>
                </a:ext>
              </a:extLst>
            </p:cNvPr>
            <p:cNvSpPr/>
            <p:nvPr/>
          </p:nvSpPr>
          <p:spPr>
            <a:xfrm>
              <a:off x="228375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59" name="Google Shape;16;p2">
              <a:extLst>
                <a:ext uri="{FF2B5EF4-FFF2-40B4-BE49-F238E27FC236}">
                  <a16:creationId xmlns:a16="http://schemas.microsoft.com/office/drawing/2014/main" id="{2D16731C-C685-4EA6-87B0-2801D59888E6}"/>
                </a:ext>
              </a:extLst>
            </p:cNvPr>
            <p:cNvSpPr/>
            <p:nvPr/>
          </p:nvSpPr>
          <p:spPr>
            <a:xfrm>
              <a:off x="23324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0" name="Google Shape;17;p2">
              <a:extLst>
                <a:ext uri="{FF2B5EF4-FFF2-40B4-BE49-F238E27FC236}">
                  <a16:creationId xmlns:a16="http://schemas.microsoft.com/office/drawing/2014/main" id="{D4CF89C3-2BA3-44CF-A99A-C40770AF9221}"/>
                </a:ext>
              </a:extLst>
            </p:cNvPr>
            <p:cNvSpPr/>
            <p:nvPr/>
          </p:nvSpPr>
          <p:spPr>
            <a:xfrm>
              <a:off x="23812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1" name="Google Shape;18;p2">
              <a:extLst>
                <a:ext uri="{FF2B5EF4-FFF2-40B4-BE49-F238E27FC236}">
                  <a16:creationId xmlns:a16="http://schemas.microsoft.com/office/drawing/2014/main" id="{2E6E5C75-D48B-40A9-BAB6-CD3DEBA1A1EF}"/>
                </a:ext>
              </a:extLst>
            </p:cNvPr>
            <p:cNvSpPr/>
            <p:nvPr/>
          </p:nvSpPr>
          <p:spPr>
            <a:xfrm>
              <a:off x="2429875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2" name="Google Shape;19;p2">
              <a:extLst>
                <a:ext uri="{FF2B5EF4-FFF2-40B4-BE49-F238E27FC236}">
                  <a16:creationId xmlns:a16="http://schemas.microsoft.com/office/drawing/2014/main" id="{90D5C7AB-50A8-4645-8E02-F0809A962AA4}"/>
                </a:ext>
              </a:extLst>
            </p:cNvPr>
            <p:cNvSpPr/>
            <p:nvPr/>
          </p:nvSpPr>
          <p:spPr>
            <a:xfrm>
              <a:off x="2478600" y="63415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3" name="Google Shape;20;p2">
              <a:extLst>
                <a:ext uri="{FF2B5EF4-FFF2-40B4-BE49-F238E27FC236}">
                  <a16:creationId xmlns:a16="http://schemas.microsoft.com/office/drawing/2014/main" id="{D4424319-4E40-4621-B327-C165F2AF53A9}"/>
                </a:ext>
              </a:extLst>
            </p:cNvPr>
            <p:cNvSpPr/>
            <p:nvPr/>
          </p:nvSpPr>
          <p:spPr>
            <a:xfrm>
              <a:off x="2527300" y="63415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4" name="Google Shape;21;p2">
              <a:extLst>
                <a:ext uri="{FF2B5EF4-FFF2-40B4-BE49-F238E27FC236}">
                  <a16:creationId xmlns:a16="http://schemas.microsoft.com/office/drawing/2014/main" id="{F8FB3B9E-33C0-453A-8028-79509AA7352A}"/>
                </a:ext>
              </a:extLst>
            </p:cNvPr>
            <p:cNvSpPr/>
            <p:nvPr/>
          </p:nvSpPr>
          <p:spPr>
            <a:xfrm>
              <a:off x="223505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5" name="Google Shape;22;p2">
              <a:extLst>
                <a:ext uri="{FF2B5EF4-FFF2-40B4-BE49-F238E27FC236}">
                  <a16:creationId xmlns:a16="http://schemas.microsoft.com/office/drawing/2014/main" id="{8543C7EB-FC5E-4A1D-A083-67D066DFAA9C}"/>
                </a:ext>
              </a:extLst>
            </p:cNvPr>
            <p:cNvSpPr/>
            <p:nvPr/>
          </p:nvSpPr>
          <p:spPr>
            <a:xfrm>
              <a:off x="228375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1" y="0"/>
                    <a:pt x="1" y="140"/>
                    <a:pt x="1" y="311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6" name="Google Shape;23;p2">
              <a:extLst>
                <a:ext uri="{FF2B5EF4-FFF2-40B4-BE49-F238E27FC236}">
                  <a16:creationId xmlns:a16="http://schemas.microsoft.com/office/drawing/2014/main" id="{DE4F5BB4-EE78-4EF0-9210-3374CC06477A}"/>
                </a:ext>
              </a:extLst>
            </p:cNvPr>
            <p:cNvSpPr/>
            <p:nvPr/>
          </p:nvSpPr>
          <p:spPr>
            <a:xfrm>
              <a:off x="23324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7" name="Google Shape;24;p2">
              <a:extLst>
                <a:ext uri="{FF2B5EF4-FFF2-40B4-BE49-F238E27FC236}">
                  <a16:creationId xmlns:a16="http://schemas.microsoft.com/office/drawing/2014/main" id="{E0A962EC-16B4-49DC-ABEC-F0AB205906B3}"/>
                </a:ext>
              </a:extLst>
            </p:cNvPr>
            <p:cNvSpPr/>
            <p:nvPr/>
          </p:nvSpPr>
          <p:spPr>
            <a:xfrm>
              <a:off x="23812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1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1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8" name="Google Shape;25;p2">
              <a:extLst>
                <a:ext uri="{FF2B5EF4-FFF2-40B4-BE49-F238E27FC236}">
                  <a16:creationId xmlns:a16="http://schemas.microsoft.com/office/drawing/2014/main" id="{B0C5EEC8-FC3D-404A-B06B-4931533709A3}"/>
                </a:ext>
              </a:extLst>
            </p:cNvPr>
            <p:cNvSpPr/>
            <p:nvPr/>
          </p:nvSpPr>
          <p:spPr>
            <a:xfrm>
              <a:off x="2429875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3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1"/>
                  </a:cubicBezTo>
                  <a:cubicBezTo>
                    <a:pt x="624" y="140"/>
                    <a:pt x="485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69" name="Google Shape;26;p2">
              <a:extLst>
                <a:ext uri="{FF2B5EF4-FFF2-40B4-BE49-F238E27FC236}">
                  <a16:creationId xmlns:a16="http://schemas.microsoft.com/office/drawing/2014/main" id="{72F606C0-3BA6-4074-A089-C8EE287F741B}"/>
                </a:ext>
              </a:extLst>
            </p:cNvPr>
            <p:cNvSpPr/>
            <p:nvPr/>
          </p:nvSpPr>
          <p:spPr>
            <a:xfrm>
              <a:off x="2478600" y="591300"/>
              <a:ext cx="15600" cy="15600"/>
            </a:xfrm>
            <a:custGeom>
              <a:avLst/>
              <a:gdLst/>
              <a:ahLst/>
              <a:cxnLst/>
              <a:rect l="l" t="t" r="r" b="b"/>
              <a:pathLst>
                <a:path w="624" h="624" extrusionOk="0">
                  <a:moveTo>
                    <a:pt x="312" y="0"/>
                  </a:moveTo>
                  <a:cubicBezTo>
                    <a:pt x="140" y="0"/>
                    <a:pt x="0" y="140"/>
                    <a:pt x="0" y="311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2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0" name="Google Shape;27;p2">
              <a:extLst>
                <a:ext uri="{FF2B5EF4-FFF2-40B4-BE49-F238E27FC236}">
                  <a16:creationId xmlns:a16="http://schemas.microsoft.com/office/drawing/2014/main" id="{34FEC093-811D-4B84-BE23-04C6C2A5B7A8}"/>
                </a:ext>
              </a:extLst>
            </p:cNvPr>
            <p:cNvSpPr/>
            <p:nvPr/>
          </p:nvSpPr>
          <p:spPr>
            <a:xfrm>
              <a:off x="2527300" y="591300"/>
              <a:ext cx="15625" cy="15600"/>
            </a:xfrm>
            <a:custGeom>
              <a:avLst/>
              <a:gdLst/>
              <a:ahLst/>
              <a:cxnLst/>
              <a:rect l="l" t="t" r="r" b="b"/>
              <a:pathLst>
                <a:path w="625" h="624" extrusionOk="0">
                  <a:moveTo>
                    <a:pt x="313" y="0"/>
                  </a:moveTo>
                  <a:cubicBezTo>
                    <a:pt x="140" y="0"/>
                    <a:pt x="1" y="140"/>
                    <a:pt x="1" y="311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1"/>
                  </a:cubicBezTo>
                  <a:cubicBezTo>
                    <a:pt x="624" y="140"/>
                    <a:pt x="484" y="0"/>
                    <a:pt x="313" y="0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1" name="Google Shape;28;p2">
              <a:extLst>
                <a:ext uri="{FF2B5EF4-FFF2-40B4-BE49-F238E27FC236}">
                  <a16:creationId xmlns:a16="http://schemas.microsoft.com/office/drawing/2014/main" id="{814EA3AA-C54C-47F0-946E-BD5F2F902BF1}"/>
                </a:ext>
              </a:extLst>
            </p:cNvPr>
            <p:cNvSpPr/>
            <p:nvPr/>
          </p:nvSpPr>
          <p:spPr>
            <a:xfrm>
              <a:off x="223505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2" name="Google Shape;29;p2">
              <a:extLst>
                <a:ext uri="{FF2B5EF4-FFF2-40B4-BE49-F238E27FC236}">
                  <a16:creationId xmlns:a16="http://schemas.microsoft.com/office/drawing/2014/main" id="{99653922-E0B9-4B47-B444-CADA7918E12F}"/>
                </a:ext>
              </a:extLst>
            </p:cNvPr>
            <p:cNvSpPr/>
            <p:nvPr/>
          </p:nvSpPr>
          <p:spPr>
            <a:xfrm>
              <a:off x="228375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1" y="1"/>
                    <a:pt x="1" y="139"/>
                    <a:pt x="1" y="312"/>
                  </a:cubicBezTo>
                  <a:cubicBezTo>
                    <a:pt x="1" y="484"/>
                    <a:pt x="141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3" name="Google Shape;30;p2">
              <a:extLst>
                <a:ext uri="{FF2B5EF4-FFF2-40B4-BE49-F238E27FC236}">
                  <a16:creationId xmlns:a16="http://schemas.microsoft.com/office/drawing/2014/main" id="{25B6295E-EB06-4005-BEDE-0E6D2C1BA22B}"/>
                </a:ext>
              </a:extLst>
            </p:cNvPr>
            <p:cNvSpPr/>
            <p:nvPr/>
          </p:nvSpPr>
          <p:spPr>
            <a:xfrm>
              <a:off x="23324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4" name="Google Shape;31;p2">
              <a:extLst>
                <a:ext uri="{FF2B5EF4-FFF2-40B4-BE49-F238E27FC236}">
                  <a16:creationId xmlns:a16="http://schemas.microsoft.com/office/drawing/2014/main" id="{E914C873-B64D-4558-AA11-7967F665C798}"/>
                </a:ext>
              </a:extLst>
            </p:cNvPr>
            <p:cNvSpPr/>
            <p:nvPr/>
          </p:nvSpPr>
          <p:spPr>
            <a:xfrm>
              <a:off x="23812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1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1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1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5" name="Google Shape;32;p2">
              <a:extLst>
                <a:ext uri="{FF2B5EF4-FFF2-40B4-BE49-F238E27FC236}">
                  <a16:creationId xmlns:a16="http://schemas.microsoft.com/office/drawing/2014/main" id="{E661E36B-D6C7-4F92-A4CF-77BE496DB092}"/>
                </a:ext>
              </a:extLst>
            </p:cNvPr>
            <p:cNvSpPr/>
            <p:nvPr/>
          </p:nvSpPr>
          <p:spPr>
            <a:xfrm>
              <a:off x="2429875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3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3" y="624"/>
                  </a:cubicBezTo>
                  <a:cubicBezTo>
                    <a:pt x="485" y="624"/>
                    <a:pt x="624" y="484"/>
                    <a:pt x="624" y="312"/>
                  </a:cubicBezTo>
                  <a:cubicBezTo>
                    <a:pt x="624" y="139"/>
                    <a:pt x="485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6" name="Google Shape;33;p2">
              <a:extLst>
                <a:ext uri="{FF2B5EF4-FFF2-40B4-BE49-F238E27FC236}">
                  <a16:creationId xmlns:a16="http://schemas.microsoft.com/office/drawing/2014/main" id="{DF98ED0E-DE5B-4ABC-99CF-22C36072ECC9}"/>
                </a:ext>
              </a:extLst>
            </p:cNvPr>
            <p:cNvSpPr/>
            <p:nvPr/>
          </p:nvSpPr>
          <p:spPr>
            <a:xfrm>
              <a:off x="2478600" y="548425"/>
              <a:ext cx="15600" cy="15625"/>
            </a:xfrm>
            <a:custGeom>
              <a:avLst/>
              <a:gdLst/>
              <a:ahLst/>
              <a:cxnLst/>
              <a:rect l="l" t="t" r="r" b="b"/>
              <a:pathLst>
                <a:path w="624" h="625" extrusionOk="0">
                  <a:moveTo>
                    <a:pt x="312" y="1"/>
                  </a:moveTo>
                  <a:cubicBezTo>
                    <a:pt x="140" y="1"/>
                    <a:pt x="0" y="139"/>
                    <a:pt x="0" y="312"/>
                  </a:cubicBezTo>
                  <a:cubicBezTo>
                    <a:pt x="0" y="484"/>
                    <a:pt x="140" y="624"/>
                    <a:pt x="312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2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  <p:sp>
          <p:nvSpPr>
            <p:cNvPr id="77" name="Google Shape;34;p2">
              <a:extLst>
                <a:ext uri="{FF2B5EF4-FFF2-40B4-BE49-F238E27FC236}">
                  <a16:creationId xmlns:a16="http://schemas.microsoft.com/office/drawing/2014/main" id="{9BA0AE6B-26BF-4B91-9C42-AC5C59E853C1}"/>
                </a:ext>
              </a:extLst>
            </p:cNvPr>
            <p:cNvSpPr/>
            <p:nvPr/>
          </p:nvSpPr>
          <p:spPr>
            <a:xfrm>
              <a:off x="2527300" y="548425"/>
              <a:ext cx="15625" cy="15625"/>
            </a:xfrm>
            <a:custGeom>
              <a:avLst/>
              <a:gdLst/>
              <a:ahLst/>
              <a:cxnLst/>
              <a:rect l="l" t="t" r="r" b="b"/>
              <a:pathLst>
                <a:path w="625" h="625" extrusionOk="0">
                  <a:moveTo>
                    <a:pt x="313" y="1"/>
                  </a:moveTo>
                  <a:cubicBezTo>
                    <a:pt x="140" y="1"/>
                    <a:pt x="1" y="139"/>
                    <a:pt x="1" y="312"/>
                  </a:cubicBezTo>
                  <a:cubicBezTo>
                    <a:pt x="1" y="484"/>
                    <a:pt x="140" y="624"/>
                    <a:pt x="313" y="624"/>
                  </a:cubicBezTo>
                  <a:cubicBezTo>
                    <a:pt x="484" y="624"/>
                    <a:pt x="624" y="484"/>
                    <a:pt x="624" y="312"/>
                  </a:cubicBezTo>
                  <a:cubicBezTo>
                    <a:pt x="624" y="139"/>
                    <a:pt x="484" y="1"/>
                    <a:pt x="313" y="1"/>
                  </a:cubicBezTo>
                  <a:close/>
                </a:path>
              </a:pathLst>
            </a:custGeom>
            <a:grpFill/>
            <a:ln>
              <a:noFill/>
            </a:ln>
          </p:spPr>
          <p:txBody>
            <a:bodyPr spcFirstLastPara="1" wrap="square" lIns="91425" tIns="91425" rIns="91425" bIns="91425" anchor="ctr" anchorCtr="0">
              <a:noAutofit/>
            </a:bodyPr>
            <a:lstStyle/>
            <a:p>
              <a:pPr marL="0" lvl="0" indent="0" algn="l" rtl="0">
                <a:spcBef>
                  <a:spcPts val="0"/>
                </a:spcBef>
                <a:spcAft>
                  <a:spcPts val="0"/>
                </a:spcAft>
                <a:buNone/>
              </a:pPr>
              <a:endParaRPr/>
            </a:p>
          </p:txBody>
        </p:sp>
      </p:grpSp>
      <p:sp>
        <p:nvSpPr>
          <p:cNvPr id="80" name="Text Placeholder 10">
            <a:extLst>
              <a:ext uri="{FF2B5EF4-FFF2-40B4-BE49-F238E27FC236}">
                <a16:creationId xmlns:a16="http://schemas.microsoft.com/office/drawing/2014/main" id="{E25E61B2-ED69-4763-AB25-AEF57FE2AB7F}"/>
              </a:ext>
            </a:extLst>
          </p:cNvPr>
          <p:cNvSpPr txBox="1">
            <a:spLocks/>
          </p:cNvSpPr>
          <p:nvPr/>
        </p:nvSpPr>
        <p:spPr>
          <a:xfrm>
            <a:off x="2921739" y="1434809"/>
            <a:ext cx="4491405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Customer enters personal information.</a:t>
            </a:r>
          </a:p>
        </p:txBody>
      </p:sp>
      <p:sp>
        <p:nvSpPr>
          <p:cNvPr id="39" name="TextBox 38">
            <a:extLst>
              <a:ext uri="{FF2B5EF4-FFF2-40B4-BE49-F238E27FC236}">
                <a16:creationId xmlns:a16="http://schemas.microsoft.com/office/drawing/2014/main" id="{DDA8945E-90AA-4E62-B054-7CAF621A10C7}"/>
              </a:ext>
            </a:extLst>
          </p:cNvPr>
          <p:cNvSpPr txBox="1"/>
          <p:nvPr/>
        </p:nvSpPr>
        <p:spPr>
          <a:xfrm>
            <a:off x="3136165" y="-97164"/>
            <a:ext cx="5980815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5400" b="1" dirty="0"/>
              <a:t>User Interface (GUI)</a:t>
            </a:r>
          </a:p>
        </p:txBody>
      </p:sp>
      <p:sp>
        <p:nvSpPr>
          <p:cNvPr id="78" name="Freeform: Shape 77">
            <a:extLst>
              <a:ext uri="{FF2B5EF4-FFF2-40B4-BE49-F238E27FC236}">
                <a16:creationId xmlns:a16="http://schemas.microsoft.com/office/drawing/2014/main" id="{373010C3-521D-4DBE-B583-E4B953D8A0F9}"/>
              </a:ext>
            </a:extLst>
          </p:cNvPr>
          <p:cNvSpPr/>
          <p:nvPr/>
        </p:nvSpPr>
        <p:spPr>
          <a:xfrm rot="16200000" flipH="1">
            <a:off x="-241661" y="219976"/>
            <a:ext cx="1864824" cy="1381502"/>
          </a:xfrm>
          <a:custGeom>
            <a:avLst/>
            <a:gdLst>
              <a:gd name="connsiteX0" fmla="*/ 2407288 w 2407288"/>
              <a:gd name="connsiteY0" fmla="*/ 0 h 1807308"/>
              <a:gd name="connsiteX1" fmla="*/ 0 w 2407288"/>
              <a:gd name="connsiteY1" fmla="*/ 0 h 1807308"/>
              <a:gd name="connsiteX2" fmla="*/ 0 w 2407288"/>
              <a:gd name="connsiteY2" fmla="*/ 1807308 h 1807308"/>
              <a:gd name="connsiteX3" fmla="*/ 45263 w 2407288"/>
              <a:gd name="connsiteY3" fmla="*/ 1765334 h 1807308"/>
              <a:gd name="connsiteX4" fmla="*/ 2328989 w 2407288"/>
              <a:gd name="connsiteY4" fmla="*/ 29607 h 1807308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2407288" h="1807308">
                <a:moveTo>
                  <a:pt x="2407288" y="0"/>
                </a:moveTo>
                <a:lnTo>
                  <a:pt x="0" y="0"/>
                </a:lnTo>
                <a:lnTo>
                  <a:pt x="0" y="1807308"/>
                </a:lnTo>
                <a:lnTo>
                  <a:pt x="45263" y="1765334"/>
                </a:lnTo>
                <a:cubicBezTo>
                  <a:pt x="766809" y="1087502"/>
                  <a:pt x="1485499" y="386979"/>
                  <a:pt x="2328989" y="29607"/>
                </a:cubicBezTo>
                <a:close/>
              </a:path>
            </a:pathLst>
          </a:custGeom>
          <a:solidFill>
            <a:srgbClr val="073B4C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D"/>
          </a:p>
        </p:txBody>
      </p:sp>
      <p:sp>
        <p:nvSpPr>
          <p:cNvPr id="82" name="Text Placeholder 10">
            <a:extLst>
              <a:ext uri="{FF2B5EF4-FFF2-40B4-BE49-F238E27FC236}">
                <a16:creationId xmlns:a16="http://schemas.microsoft.com/office/drawing/2014/main" id="{597787E9-0CD0-4A1A-9025-57C64D4FF9AE}"/>
              </a:ext>
            </a:extLst>
          </p:cNvPr>
          <p:cNvSpPr txBox="1">
            <a:spLocks/>
          </p:cNvSpPr>
          <p:nvPr/>
        </p:nvSpPr>
        <p:spPr>
          <a:xfrm>
            <a:off x="2831333" y="826166"/>
            <a:ext cx="4171946" cy="589072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>
              <a:lnSpc>
                <a:spcPct val="150000"/>
              </a:lnSpc>
            </a:pPr>
            <a:r>
              <a:rPr lang="en-US" b="1" dirty="0">
                <a:latin typeface="+mn-lt"/>
              </a:rPr>
              <a:t>Login Screen</a:t>
            </a:r>
            <a:endParaRPr lang="en-US" sz="2000" b="1" dirty="0">
              <a:solidFill>
                <a:schemeClr val="tx1">
                  <a:lumMod val="85000"/>
                  <a:lumOff val="15000"/>
                </a:schemeClr>
              </a:solidFill>
              <a:latin typeface="+mn-lt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83" name="Oval 82">
            <a:extLst>
              <a:ext uri="{FF2B5EF4-FFF2-40B4-BE49-F238E27FC236}">
                <a16:creationId xmlns:a16="http://schemas.microsoft.com/office/drawing/2014/main" id="{8B64EE72-D29A-48F0-9CD1-EAF8FAF950FC}"/>
              </a:ext>
            </a:extLst>
          </p:cNvPr>
          <p:cNvSpPr>
            <a:spLocks noChangeAspect="1"/>
          </p:cNvSpPr>
          <p:nvPr/>
        </p:nvSpPr>
        <p:spPr>
          <a:xfrm rot="10800000">
            <a:off x="2512176" y="21643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4" name="Oval 83">
            <a:extLst>
              <a:ext uri="{FF2B5EF4-FFF2-40B4-BE49-F238E27FC236}">
                <a16:creationId xmlns:a16="http://schemas.microsoft.com/office/drawing/2014/main" id="{4E10A96C-328C-4ABF-B49C-B3B4F2706AF0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3164198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5" name="Oval 84">
            <a:extLst>
              <a:ext uri="{FF2B5EF4-FFF2-40B4-BE49-F238E27FC236}">
                <a16:creationId xmlns:a16="http://schemas.microsoft.com/office/drawing/2014/main" id="{BB6F5D4C-949C-4E25-BD11-B2B1CCB448DD}"/>
              </a:ext>
            </a:extLst>
          </p:cNvPr>
          <p:cNvSpPr>
            <a:spLocks noChangeAspect="1"/>
          </p:cNvSpPr>
          <p:nvPr/>
        </p:nvSpPr>
        <p:spPr>
          <a:xfrm rot="10800000">
            <a:off x="2511872" y="4258113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6" name="Text Placeholder 10">
            <a:extLst>
              <a:ext uri="{FF2B5EF4-FFF2-40B4-BE49-F238E27FC236}">
                <a16:creationId xmlns:a16="http://schemas.microsoft.com/office/drawing/2014/main" id="{6508CCA5-1BE0-4A7E-8636-75EFF494D40B}"/>
              </a:ext>
            </a:extLst>
          </p:cNvPr>
          <p:cNvSpPr txBox="1">
            <a:spLocks/>
          </p:cNvSpPr>
          <p:nvPr/>
        </p:nvSpPr>
        <p:spPr>
          <a:xfrm>
            <a:off x="2882702" y="3108023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Cart Screen</a:t>
            </a:r>
          </a:p>
        </p:txBody>
      </p:sp>
      <p:sp>
        <p:nvSpPr>
          <p:cNvPr id="87" name="Text Placeholder 10">
            <a:extLst>
              <a:ext uri="{FF2B5EF4-FFF2-40B4-BE49-F238E27FC236}">
                <a16:creationId xmlns:a16="http://schemas.microsoft.com/office/drawing/2014/main" id="{16E66DF5-E768-4598-86F4-A60F078409E6}"/>
              </a:ext>
            </a:extLst>
          </p:cNvPr>
          <p:cNvSpPr txBox="1">
            <a:spLocks/>
          </p:cNvSpPr>
          <p:nvPr/>
        </p:nvSpPr>
        <p:spPr>
          <a:xfrm>
            <a:off x="2873016" y="4186963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Payment Screen</a:t>
            </a:r>
          </a:p>
        </p:txBody>
      </p:sp>
      <p:sp>
        <p:nvSpPr>
          <p:cNvPr id="88" name="Text Placeholder 10">
            <a:extLst>
              <a:ext uri="{FF2B5EF4-FFF2-40B4-BE49-F238E27FC236}">
                <a16:creationId xmlns:a16="http://schemas.microsoft.com/office/drawing/2014/main" id="{4BC976A8-878A-4018-B3E4-4C45E6D829FE}"/>
              </a:ext>
            </a:extLst>
          </p:cNvPr>
          <p:cNvSpPr txBox="1">
            <a:spLocks/>
          </p:cNvSpPr>
          <p:nvPr/>
        </p:nvSpPr>
        <p:spPr>
          <a:xfrm>
            <a:off x="2913887" y="4587752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Allows users to select a payment method.</a:t>
            </a:r>
          </a:p>
        </p:txBody>
      </p:sp>
      <p:cxnSp>
        <p:nvCxnSpPr>
          <p:cNvPr id="8" name="Straight Connector 7">
            <a:extLst>
              <a:ext uri="{FF2B5EF4-FFF2-40B4-BE49-F238E27FC236}">
                <a16:creationId xmlns:a16="http://schemas.microsoft.com/office/drawing/2014/main" id="{36E6212D-2240-475B-9FDF-86EC1A390A1D}"/>
              </a:ext>
            </a:extLst>
          </p:cNvPr>
          <p:cNvCxnSpPr/>
          <p:nvPr/>
        </p:nvCxnSpPr>
        <p:spPr>
          <a:xfrm>
            <a:off x="3583479" y="737233"/>
            <a:ext cx="5025041" cy="0"/>
          </a:xfrm>
          <a:prstGeom prst="line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9" name="Oval 78">
            <a:extLst>
              <a:ext uri="{FF2B5EF4-FFF2-40B4-BE49-F238E27FC236}">
                <a16:creationId xmlns:a16="http://schemas.microsoft.com/office/drawing/2014/main" id="{CD128CFB-6628-44C8-A5EC-D7C94B5B1D86}"/>
              </a:ext>
            </a:extLst>
          </p:cNvPr>
          <p:cNvSpPr>
            <a:spLocks noChangeAspect="1"/>
          </p:cNvSpPr>
          <p:nvPr/>
        </p:nvSpPr>
        <p:spPr>
          <a:xfrm rot="10800000">
            <a:off x="2492822" y="5229663"/>
            <a:ext cx="342092" cy="342092"/>
          </a:xfrm>
          <a:prstGeom prst="ellipse">
            <a:avLst/>
          </a:prstGeom>
          <a:gradFill>
            <a:gsLst>
              <a:gs pos="11000">
                <a:schemeClr val="accent5"/>
              </a:gs>
              <a:gs pos="100000">
                <a:schemeClr val="accent6"/>
              </a:gs>
            </a:gsLst>
            <a:lin ang="8100000" scaled="1"/>
          </a:gradFill>
          <a:ln w="28575">
            <a:gradFill flip="none" rotWithShape="1">
              <a:gsLst>
                <a:gs pos="0">
                  <a:schemeClr val="accent5"/>
                </a:gs>
                <a:gs pos="100000">
                  <a:schemeClr val="accent6"/>
                </a:gs>
              </a:gsLst>
              <a:lin ang="16200000" scaled="1"/>
              <a:tileRect/>
            </a:gra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sz="2400"/>
          </a:p>
        </p:txBody>
      </p:sp>
      <p:sp>
        <p:nvSpPr>
          <p:cNvPr id="81" name="Text Placeholder 10">
            <a:extLst>
              <a:ext uri="{FF2B5EF4-FFF2-40B4-BE49-F238E27FC236}">
                <a16:creationId xmlns:a16="http://schemas.microsoft.com/office/drawing/2014/main" id="{2DE235D1-4D47-4B99-94E3-046D4C58F6FE}"/>
              </a:ext>
            </a:extLst>
          </p:cNvPr>
          <p:cNvSpPr txBox="1">
            <a:spLocks/>
          </p:cNvSpPr>
          <p:nvPr/>
        </p:nvSpPr>
        <p:spPr>
          <a:xfrm>
            <a:off x="2852243" y="5169876"/>
            <a:ext cx="4171946" cy="46166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b="1" dirty="0"/>
              <a:t>Success Screen</a:t>
            </a:r>
          </a:p>
        </p:txBody>
      </p:sp>
      <p:sp>
        <p:nvSpPr>
          <p:cNvPr id="89" name="Text Placeholder 10">
            <a:extLst>
              <a:ext uri="{FF2B5EF4-FFF2-40B4-BE49-F238E27FC236}">
                <a16:creationId xmlns:a16="http://schemas.microsoft.com/office/drawing/2014/main" id="{A0D8854B-87E8-49BD-8588-0A734CB5A398}"/>
              </a:ext>
            </a:extLst>
          </p:cNvPr>
          <p:cNvSpPr txBox="1">
            <a:spLocks/>
          </p:cNvSpPr>
          <p:nvPr/>
        </p:nvSpPr>
        <p:spPr>
          <a:xfrm>
            <a:off x="2922603" y="5592997"/>
            <a:ext cx="5756277" cy="338554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1600" dirty="0"/>
              <a:t>Displays order confirmation.</a:t>
            </a:r>
          </a:p>
        </p:txBody>
      </p:sp>
    </p:spTree>
    <p:extLst>
      <p:ext uri="{BB962C8B-B14F-4D97-AF65-F5344CB8AC3E}">
        <p14:creationId xmlns:p14="http://schemas.microsoft.com/office/powerpoint/2010/main" val="144436634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" name="Graphic 29">
            <a:extLst>
              <a:ext uri="{FF2B5EF4-FFF2-40B4-BE49-F238E27FC236}">
                <a16:creationId xmlns:a16="http://schemas.microsoft.com/office/drawing/2014/main" id="{FCA77ED8-A9A3-413A-B58D-6A3794DBBD4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-4" y="-16771"/>
            <a:ext cx="12192002" cy="3509010"/>
          </a:xfrm>
          <a:prstGeom prst="rect">
            <a:avLst/>
          </a:prstGeom>
        </p:spPr>
      </p:pic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DE3EDB66-DE5F-412E-8CF6-6DD268B30194}"/>
              </a:ext>
            </a:extLst>
          </p:cNvPr>
          <p:cNvSpPr/>
          <p:nvPr/>
        </p:nvSpPr>
        <p:spPr>
          <a:xfrm rot="10800000">
            <a:off x="9358007" y="5515583"/>
            <a:ext cx="2833991" cy="1342417"/>
          </a:xfrm>
          <a:custGeom>
            <a:avLst/>
            <a:gdLst>
              <a:gd name="connsiteX0" fmla="*/ 0 w 4430316"/>
              <a:gd name="connsiteY0" fmla="*/ 0 h 1798712"/>
              <a:gd name="connsiteX1" fmla="*/ 4430316 w 4430316"/>
              <a:gd name="connsiteY1" fmla="*/ 0 h 1798712"/>
              <a:gd name="connsiteX2" fmla="*/ 4397259 w 4430316"/>
              <a:gd name="connsiteY2" fmla="*/ 70226 h 1798712"/>
              <a:gd name="connsiteX3" fmla="*/ 3737602 w 4430316"/>
              <a:gd name="connsiteY3" fmla="*/ 777089 h 1798712"/>
              <a:gd name="connsiteX4" fmla="*/ 906233 w 4430316"/>
              <a:gd name="connsiteY4" fmla="*/ 1161839 h 1798712"/>
              <a:gd name="connsiteX5" fmla="*/ 1629 w 4430316"/>
              <a:gd name="connsiteY5" fmla="*/ 1798442 h 1798712"/>
              <a:gd name="connsiteX6" fmla="*/ 0 w 4430316"/>
              <a:gd name="connsiteY6" fmla="*/ 1798712 h 179871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4430316" h="1798712">
                <a:moveTo>
                  <a:pt x="0" y="0"/>
                </a:moveTo>
                <a:lnTo>
                  <a:pt x="4430316" y="0"/>
                </a:lnTo>
                <a:lnTo>
                  <a:pt x="4397259" y="70226"/>
                </a:lnTo>
                <a:cubicBezTo>
                  <a:pt x="4247094" y="358115"/>
                  <a:pt x="4013489" y="607612"/>
                  <a:pt x="3737602" y="777089"/>
                </a:cubicBezTo>
                <a:cubicBezTo>
                  <a:pt x="2885385" y="1296619"/>
                  <a:pt x="1743773" y="517864"/>
                  <a:pt x="906233" y="1161839"/>
                </a:cubicBezTo>
                <a:cubicBezTo>
                  <a:pt x="571287" y="1425628"/>
                  <a:pt x="319112" y="1723778"/>
                  <a:pt x="1629" y="1798442"/>
                </a:cubicBezTo>
                <a:lnTo>
                  <a:pt x="0" y="1798712"/>
                </a:lnTo>
                <a:close/>
              </a:path>
            </a:pathLst>
          </a:custGeom>
          <a:solidFill>
            <a:srgbClr val="FFC000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ot="0" spcFirstLastPara="0" vertOverflow="overflow" horzOverflow="overflow" vert="horz" wrap="square" lIns="91440" tIns="45720" rIns="91440" bIns="45720" numCol="1" spcCol="0" rtlCol="0" fromWordArt="0" anchor="ctr" anchorCtr="0" forceAA="0" compatLnSpc="1">
            <a:prstTxWarp prst="textNoShape">
              <a:avLst/>
            </a:prstTxWarp>
            <a:noAutofit/>
          </a:bodyPr>
          <a:lstStyle/>
          <a:p>
            <a:pPr algn="ctr"/>
            <a:endParaRPr lang="en-ID" dirty="0"/>
          </a:p>
        </p:txBody>
      </p:sp>
      <p:sp>
        <p:nvSpPr>
          <p:cNvPr id="21" name="Rectangle: Rounded Corners 20">
            <a:extLst>
              <a:ext uri="{FF2B5EF4-FFF2-40B4-BE49-F238E27FC236}">
                <a16:creationId xmlns:a16="http://schemas.microsoft.com/office/drawing/2014/main" id="{CB1E74F6-F584-4DB9-9020-A67E23DAE43F}"/>
              </a:ext>
            </a:extLst>
          </p:cNvPr>
          <p:cNvSpPr>
            <a:spLocks noChangeAspect="1"/>
          </p:cNvSpPr>
          <p:nvPr/>
        </p:nvSpPr>
        <p:spPr>
          <a:xfrm>
            <a:off x="11492404" y="6198374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2" name="Rectangle: Rounded Corners 21">
            <a:extLst>
              <a:ext uri="{FF2B5EF4-FFF2-40B4-BE49-F238E27FC236}">
                <a16:creationId xmlns:a16="http://schemas.microsoft.com/office/drawing/2014/main" id="{882DDE3F-FEBF-4E35-A8D1-802D49050701}"/>
              </a:ext>
            </a:extLst>
          </p:cNvPr>
          <p:cNvSpPr>
            <a:spLocks noChangeAspect="1"/>
          </p:cNvSpPr>
          <p:nvPr/>
        </p:nvSpPr>
        <p:spPr>
          <a:xfrm>
            <a:off x="150956" y="6198374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Box 1">
            <a:extLst>
              <a:ext uri="{FF2B5EF4-FFF2-40B4-BE49-F238E27FC236}">
                <a16:creationId xmlns:a16="http://schemas.microsoft.com/office/drawing/2014/main" id="{B8FA1C79-2BB1-A02D-99FC-227582096FB4}"/>
              </a:ext>
            </a:extLst>
          </p:cNvPr>
          <p:cNvSpPr txBox="1"/>
          <p:nvPr/>
        </p:nvSpPr>
        <p:spPr>
          <a:xfrm>
            <a:off x="3564055" y="439045"/>
            <a:ext cx="6053814" cy="923330"/>
          </a:xfrm>
          <a:prstGeom prst="rect">
            <a:avLst/>
          </a:prstGeom>
          <a:noFill/>
          <a:ln>
            <a:noFill/>
          </a:ln>
          <a:effectLst>
            <a:outerShdw blurRad="190500" dist="228600" dir="2700000" algn="ctr">
              <a:srgbClr val="000000">
                <a:alpha val="30000"/>
              </a:srgbClr>
            </a:outerShdw>
          </a:effectLst>
          <a:scene3d>
            <a:camera prst="orthographicFront">
              <a:rot lat="0" lon="0" rev="0"/>
            </a:camera>
            <a:lightRig rig="glow" dir="t">
              <a:rot lat="0" lon="0" rev="4800000"/>
            </a:lightRig>
          </a:scene3d>
          <a:sp3d prstMaterial="matte">
            <a:bevelT w="127000" h="63500"/>
          </a:sp3d>
        </p:spPr>
        <p:txBody>
          <a:bodyPr wrap="square" rtlCol="0">
            <a:spAutoFit/>
          </a:bodyPr>
          <a:lstStyle/>
          <a:p>
            <a:r>
              <a:rPr lang="en-US" sz="5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CONCLUSION</a:t>
            </a:r>
          </a:p>
        </p:txBody>
      </p:sp>
      <p:sp>
        <p:nvSpPr>
          <p:cNvPr id="18" name="Rectangle 17">
            <a:extLst>
              <a:ext uri="{FF2B5EF4-FFF2-40B4-BE49-F238E27FC236}">
                <a16:creationId xmlns:a16="http://schemas.microsoft.com/office/drawing/2014/main" id="{87E8BBC7-876E-4F8D-B6F0-ED49EA5A68C6}"/>
              </a:ext>
            </a:extLst>
          </p:cNvPr>
          <p:cNvSpPr/>
          <p:nvPr/>
        </p:nvSpPr>
        <p:spPr>
          <a:xfrm>
            <a:off x="1457325" y="2071489"/>
            <a:ext cx="9804396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sz="2800" dirty="0"/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Food Delivery Management System successfully demonstrates OOP concepts in JAVA + C++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It allows customers to order food efficiently.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system manages menu items, customer details, cart operations, and billing.</a:t>
            </a:r>
          </a:p>
          <a:p>
            <a:pPr marL="457200" indent="-457200">
              <a:buFont typeface="Wingdings" panose="05000000000000000000" pitchFamily="2" charset="2"/>
              <a:buChar char="§"/>
            </a:pPr>
            <a:r>
              <a:rPr lang="en-US" sz="3200" dirty="0"/>
              <a:t>The project can be enhanced in the future by adding a database and graphical user interface (GUI).</a:t>
            </a:r>
            <a:br>
              <a:rPr lang="en-US" sz="2800" dirty="0"/>
            </a:br>
            <a:endParaRPr lang="en-US" sz="2800" dirty="0"/>
          </a:p>
        </p:txBody>
      </p:sp>
    </p:spTree>
    <p:extLst>
      <p:ext uri="{BB962C8B-B14F-4D97-AF65-F5344CB8AC3E}">
        <p14:creationId xmlns:p14="http://schemas.microsoft.com/office/powerpoint/2010/main" val="210902955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Freeform: Shape 1">
            <a:extLst>
              <a:ext uri="{FF2B5EF4-FFF2-40B4-BE49-F238E27FC236}">
                <a16:creationId xmlns:a16="http://schemas.microsoft.com/office/drawing/2014/main" id="{C1543AA7-98F5-4B3F-8392-0016AE67F7D4}"/>
              </a:ext>
            </a:extLst>
          </p:cNvPr>
          <p:cNvSpPr>
            <a:spLocks/>
          </p:cNvSpPr>
          <p:nvPr/>
        </p:nvSpPr>
        <p:spPr bwMode="auto">
          <a:xfrm rot="5400000" flipH="1">
            <a:off x="-2014233" y="2014233"/>
            <a:ext cx="6858000" cy="2829534"/>
          </a:xfrm>
          <a:custGeom>
            <a:avLst/>
            <a:gdLst>
              <a:gd name="connsiteX0" fmla="*/ 12192000 w 12192000"/>
              <a:gd name="connsiteY0" fmla="*/ 0 h 2829534"/>
              <a:gd name="connsiteX1" fmla="*/ 12192000 w 12192000"/>
              <a:gd name="connsiteY1" fmla="*/ 2829534 h 2829534"/>
              <a:gd name="connsiteX2" fmla="*/ 0 w 12192000"/>
              <a:gd name="connsiteY2" fmla="*/ 2829534 h 2829534"/>
              <a:gd name="connsiteX3" fmla="*/ 0 w 12192000"/>
              <a:gd name="connsiteY3" fmla="*/ 863716 h 2829534"/>
              <a:gd name="connsiteX4" fmla="*/ 27922 w 12192000"/>
              <a:gd name="connsiteY4" fmla="*/ 856220 h 2829534"/>
              <a:gd name="connsiteX5" fmla="*/ 3059271 w 12192000"/>
              <a:gd name="connsiteY5" fmla="*/ 942382 h 2829534"/>
              <a:gd name="connsiteX6" fmla="*/ 8223791 w 12192000"/>
              <a:gd name="connsiteY6" fmla="*/ 1779750 h 2829534"/>
              <a:gd name="connsiteX7" fmla="*/ 12113632 w 12192000"/>
              <a:gd name="connsiteY7" fmla="*/ 63484 h 2829534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2192000" h="2829534">
                <a:moveTo>
                  <a:pt x="12192000" y="0"/>
                </a:moveTo>
                <a:lnTo>
                  <a:pt x="12192000" y="2829534"/>
                </a:lnTo>
                <a:lnTo>
                  <a:pt x="0" y="2829534"/>
                </a:lnTo>
                <a:lnTo>
                  <a:pt x="0" y="863716"/>
                </a:lnTo>
                <a:lnTo>
                  <a:pt x="27922" y="856220"/>
                </a:lnTo>
                <a:cubicBezTo>
                  <a:pt x="590559" y="712617"/>
                  <a:pt x="1865103" y="482851"/>
                  <a:pt x="3059271" y="942382"/>
                </a:cubicBezTo>
                <a:cubicBezTo>
                  <a:pt x="4651495" y="1555090"/>
                  <a:pt x="5733390" y="2045257"/>
                  <a:pt x="8223791" y="1779750"/>
                </a:cubicBezTo>
                <a:cubicBezTo>
                  <a:pt x="9937112" y="1597214"/>
                  <a:pt x="11379473" y="642410"/>
                  <a:pt x="12113632" y="63484"/>
                </a:cubicBezTo>
                <a:close/>
              </a:path>
            </a:pathLst>
          </a:custGeom>
          <a:solidFill>
            <a:srgbClr val="FFC000"/>
          </a:solidFill>
          <a:ln>
            <a:noFill/>
          </a:ln>
          <a:effectLst/>
          <a:scene3d>
            <a:camera prst="orthographicFront">
              <a:rot lat="0" lon="0" rev="0"/>
            </a:camera>
            <a:lightRig rig="contrasting" dir="t">
              <a:rot lat="0" lon="0" rev="7800000"/>
            </a:lightRig>
          </a:scene3d>
          <a:sp3d>
            <a:bevelT w="139700" h="139700"/>
          </a:sp3d>
        </p:spPr>
        <p:txBody>
          <a:bodyPr vert="horz" wrap="square" lIns="91440" tIns="45720" rIns="91440" bIns="45720" numCol="1" anchor="t" anchorCtr="0" compatLnSpc="1">
            <a:prstTxWarp prst="textNoShape">
              <a:avLst/>
            </a:prstTxWarp>
            <a:noAutofit/>
          </a:bodyPr>
          <a:lstStyle/>
          <a:p>
            <a:endParaRPr lang="en-ID" dirty="0"/>
          </a:p>
        </p:txBody>
      </p:sp>
      <p:sp>
        <p:nvSpPr>
          <p:cNvPr id="24" name="Rectangle: Rounded Corners 23">
            <a:extLst>
              <a:ext uri="{FF2B5EF4-FFF2-40B4-BE49-F238E27FC236}">
                <a16:creationId xmlns:a16="http://schemas.microsoft.com/office/drawing/2014/main" id="{465A7634-5EA9-4892-A904-7D5AA6E52057}"/>
              </a:ext>
            </a:extLst>
          </p:cNvPr>
          <p:cNvSpPr>
            <a:spLocks noChangeAspect="1"/>
          </p:cNvSpPr>
          <p:nvPr/>
        </p:nvSpPr>
        <p:spPr>
          <a:xfrm>
            <a:off x="3233737" y="431078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2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Rectangle: Rounded Corners 30">
            <a:extLst>
              <a:ext uri="{FF2B5EF4-FFF2-40B4-BE49-F238E27FC236}">
                <a16:creationId xmlns:a16="http://schemas.microsoft.com/office/drawing/2014/main" id="{89654F4A-E1BE-46EC-A0A6-FC43459E45BF}"/>
              </a:ext>
            </a:extLst>
          </p:cNvPr>
          <p:cNvSpPr>
            <a:spLocks noChangeAspect="1"/>
          </p:cNvSpPr>
          <p:nvPr/>
        </p:nvSpPr>
        <p:spPr>
          <a:xfrm>
            <a:off x="11263804" y="5920674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149987" dist="250190" dir="8460000" algn="ctr">
              <a:srgbClr val="000000">
                <a:alpha val="28000"/>
              </a:srgbClr>
            </a:outerShdw>
          </a:effectLst>
          <a:scene3d>
            <a:camera prst="orthographicFront">
              <a:rot lat="0" lon="0" rev="0"/>
            </a:camera>
            <a:lightRig rig="contrasting" dir="t">
              <a:rot lat="0" lon="0" rev="1500000"/>
            </a:lightRig>
          </a:scene3d>
          <a:sp3d prstMaterial="metal">
            <a:bevelT w="88900" h="88900"/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9" name="Freeform: Shape 38">
            <a:extLst>
              <a:ext uri="{FF2B5EF4-FFF2-40B4-BE49-F238E27FC236}">
                <a16:creationId xmlns:a16="http://schemas.microsoft.com/office/drawing/2014/main" id="{300FF51A-8F70-43F8-A021-751D02E6149C}"/>
              </a:ext>
            </a:extLst>
          </p:cNvPr>
          <p:cNvSpPr/>
          <p:nvPr/>
        </p:nvSpPr>
        <p:spPr>
          <a:xfrm rot="10800000" flipV="1">
            <a:off x="9550401" y="0"/>
            <a:ext cx="2641599" cy="2425696"/>
          </a:xfrm>
          <a:custGeom>
            <a:avLst/>
            <a:gdLst>
              <a:gd name="connsiteX0" fmla="*/ 0 w 3819392"/>
              <a:gd name="connsiteY0" fmla="*/ 3507225 h 3507225"/>
              <a:gd name="connsiteX1" fmla="*/ 0 w 3819392"/>
              <a:gd name="connsiteY1" fmla="*/ 0 h 3507225"/>
              <a:gd name="connsiteX2" fmla="*/ 3819392 w 3819392"/>
              <a:gd name="connsiteY2" fmla="*/ 0 h 3507225"/>
              <a:gd name="connsiteX3" fmla="*/ 3733239 w 3819392"/>
              <a:gd name="connsiteY3" fmla="*/ 34922 h 3507225"/>
              <a:gd name="connsiteX4" fmla="*/ 3279611 w 3819392"/>
              <a:gd name="connsiteY4" fmla="*/ 158987 h 3507225"/>
              <a:gd name="connsiteX5" fmla="*/ 2072246 w 3819392"/>
              <a:gd name="connsiteY5" fmla="*/ 303473 h 3507225"/>
              <a:gd name="connsiteX6" fmla="*/ 834159 w 3819392"/>
              <a:gd name="connsiteY6" fmla="*/ 1087346 h 3507225"/>
              <a:gd name="connsiteX7" fmla="*/ 820873 w 3819392"/>
              <a:gd name="connsiteY7" fmla="*/ 2857705 h 3507225"/>
              <a:gd name="connsiteX8" fmla="*/ 193110 w 3819392"/>
              <a:gd name="connsiteY8" fmla="*/ 3443948 h 3507225"/>
              <a:gd name="connsiteX9" fmla="*/ 87964 w 3819392"/>
              <a:gd name="connsiteY9" fmla="*/ 3479343 h 35072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</a:cxnLst>
            <a:rect l="l" t="t" r="r" b="b"/>
            <a:pathLst>
              <a:path w="3819392" h="3507225">
                <a:moveTo>
                  <a:pt x="0" y="3507225"/>
                </a:moveTo>
                <a:lnTo>
                  <a:pt x="0" y="0"/>
                </a:lnTo>
                <a:lnTo>
                  <a:pt x="3819392" y="0"/>
                </a:lnTo>
                <a:lnTo>
                  <a:pt x="3733239" y="34922"/>
                </a:lnTo>
                <a:cubicBezTo>
                  <a:pt x="3558913" y="98059"/>
                  <a:pt x="3394631" y="137093"/>
                  <a:pt x="3279611" y="158987"/>
                </a:cubicBezTo>
                <a:cubicBezTo>
                  <a:pt x="2878540" y="235382"/>
                  <a:pt x="2473318" y="237043"/>
                  <a:pt x="2072246" y="303473"/>
                </a:cubicBezTo>
                <a:cubicBezTo>
                  <a:pt x="1657890" y="372393"/>
                  <a:pt x="1024315" y="487816"/>
                  <a:pt x="834159" y="1087346"/>
                </a:cubicBezTo>
                <a:cubicBezTo>
                  <a:pt x="659781" y="1639544"/>
                  <a:pt x="1003555" y="2309657"/>
                  <a:pt x="820873" y="2857705"/>
                </a:cubicBezTo>
                <a:cubicBezTo>
                  <a:pt x="710434" y="3186532"/>
                  <a:pt x="444714" y="3354267"/>
                  <a:pt x="193110" y="3443948"/>
                </a:cubicBezTo>
                <a:cubicBezTo>
                  <a:pt x="158234" y="3456404"/>
                  <a:pt x="123151" y="3468029"/>
                  <a:pt x="87964" y="3479343"/>
                </a:cubicBezTo>
                <a:close/>
              </a:path>
            </a:pathLst>
          </a:custGeom>
          <a:solidFill>
            <a:srgbClr val="FFC000"/>
          </a:solidFill>
          <a:ln w="12667" cap="flat">
            <a:noFill/>
            <a:prstDash val="solid"/>
            <a:miter/>
          </a:ln>
          <a:effectLst>
            <a:innerShdw blurRad="63500" dist="50800" dir="18900000">
              <a:prstClr val="black">
                <a:alpha val="50000"/>
              </a:prstClr>
            </a:innerShdw>
          </a:effectLst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A9C6CC44-C1B0-4060-A91B-3198E762BB69}"/>
              </a:ext>
            </a:extLst>
          </p:cNvPr>
          <p:cNvSpPr txBox="1"/>
          <p:nvPr/>
        </p:nvSpPr>
        <p:spPr>
          <a:xfrm>
            <a:off x="5103604" y="431078"/>
            <a:ext cx="628303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/>
            <a:r>
              <a:rPr lang="en-US" sz="44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PROBLEM STATEMENT</a:t>
            </a: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CF997110-9A2A-4684-89D9-0F6B0DA2F8B2}"/>
              </a:ext>
            </a:extLst>
          </p:cNvPr>
          <p:cNvSpPr txBox="1"/>
          <p:nvPr/>
        </p:nvSpPr>
        <p:spPr>
          <a:xfrm>
            <a:off x="5270112" y="1050108"/>
            <a:ext cx="5534923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2800" dirty="0"/>
              <a:t>Students face significant challenges during short breaks.</a:t>
            </a:r>
            <a:endParaRPr lang="en-US" sz="2800" spc="416" dirty="0">
              <a:latin typeface="Open Sans" panose="020B0606030504020204" pitchFamily="34" charset="0"/>
              <a:ea typeface="Open Sans" panose="020B0606030504020204" pitchFamily="34" charset="0"/>
              <a:cs typeface="Open Sans" panose="020B0606030504020204" pitchFamily="34" charset="0"/>
            </a:endParaRPr>
          </a:p>
        </p:txBody>
      </p:sp>
      <p:sp>
        <p:nvSpPr>
          <p:cNvPr id="9" name="Text Placeholder 10">
            <a:extLst>
              <a:ext uri="{FF2B5EF4-FFF2-40B4-BE49-F238E27FC236}">
                <a16:creationId xmlns:a16="http://schemas.microsoft.com/office/drawing/2014/main" id="{1FD119B2-988B-4D65-A305-EB51967C7AE0}"/>
              </a:ext>
            </a:extLst>
          </p:cNvPr>
          <p:cNvSpPr txBox="1">
            <a:spLocks/>
          </p:cNvSpPr>
          <p:nvPr/>
        </p:nvSpPr>
        <p:spPr>
          <a:xfrm>
            <a:off x="5886640" y="2261923"/>
            <a:ext cx="5925804" cy="2431435"/>
          </a:xfrm>
          <a:prstGeom prst="rect">
            <a:avLst/>
          </a:prstGeom>
        </p:spPr>
        <p:txBody>
          <a:bodyPr vert="horz" wrap="square" lIns="91440" tIns="45720" rIns="91440" bIns="45720" rtlCol="0" anchor="t">
            <a:spAutoFit/>
          </a:bodyPr>
          <a:lstStyle>
            <a:defPPr>
              <a:defRPr lang="en-US"/>
            </a:defPPr>
            <a:lvl1pPr marL="0" algn="r" defTabSz="914400" rtl="0" eaLnBrk="1" latinLnBrk="0" hangingPunct="1">
              <a:defRPr sz="2400" kern="1200">
                <a:solidFill>
                  <a:schemeClr val="tx1"/>
                </a:solidFill>
                <a:latin typeface="Raleway" panose="020B0503030101060003" pitchFamily="34" charset="0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algn="l"/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</a:rPr>
              <a:t>Key </a:t>
            </a:r>
            <a:r>
              <a:rPr lang="en-US" sz="3200" dirty="0">
                <a:latin typeface="Eras Bold ITC" panose="020B0907030504020204" pitchFamily="34" charset="0"/>
              </a:rPr>
              <a:t>Features</a:t>
            </a:r>
            <a:r>
              <a:rPr lang="en-US" sz="3200" b="1" dirty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Eras Bold ITC" panose="020B0907030504020204" pitchFamily="34" charset="0"/>
              </a:rPr>
              <a:t> 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Dynamic food menu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Add food items to cart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Customer information management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Automatic bill calculation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Order confirmation system</a:t>
            </a:r>
          </a:p>
          <a:p>
            <a:pPr marL="742950" lvl="1" indent="-285750">
              <a:buFont typeface="Arial" panose="020B0604020202020204" pitchFamily="34" charset="0"/>
              <a:buChar char="•"/>
            </a:pPr>
            <a:r>
              <a:rPr lang="en-US" sz="2000" dirty="0"/>
              <a:t>Menu-driven interface</a:t>
            </a:r>
            <a:endParaRPr lang="en-US" sz="2000" dirty="0">
              <a:effectLst>
                <a:outerShdw blurRad="38100" dist="38100" dir="2700000" algn="tl">
                  <a:srgbClr val="000000">
                    <a:alpha val="43137"/>
                  </a:srgbClr>
                </a:outerShdw>
              </a:effectLst>
            </a:endParaRPr>
          </a:p>
        </p:txBody>
      </p:sp>
      <p:pic>
        <p:nvPicPr>
          <p:cNvPr id="20" name="Picture Placeholder 19">
            <a:extLst>
              <a:ext uri="{FF2B5EF4-FFF2-40B4-BE49-F238E27FC236}">
                <a16:creationId xmlns:a16="http://schemas.microsoft.com/office/drawing/2014/main" id="{00578F46-D6DE-45F7-B86C-9C9C8D2260F6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0869" y="1481186"/>
            <a:ext cx="4945736" cy="4945736"/>
          </a:xfrm>
          <a:ln>
            <a:solidFill>
              <a:schemeClr val="tx1">
                <a:lumMod val="85000"/>
                <a:lumOff val="15000"/>
              </a:schemeClr>
            </a:solidFill>
          </a:ln>
          <a:effectLst>
            <a:outerShdw blurRad="63500" sx="102000" sy="102000" algn="ctr" rotWithShape="0">
              <a:prstClr val="black">
                <a:alpha val="40000"/>
              </a:prstClr>
            </a:outerShdw>
          </a:effectLst>
        </p:spPr>
      </p:pic>
    </p:spTree>
    <p:extLst>
      <p:ext uri="{BB962C8B-B14F-4D97-AF65-F5344CB8AC3E}">
        <p14:creationId xmlns:p14="http://schemas.microsoft.com/office/powerpoint/2010/main" val="171791362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" name="Picture Placeholder 7">
            <a:extLst>
              <a:ext uri="{FF2B5EF4-FFF2-40B4-BE49-F238E27FC236}">
                <a16:creationId xmlns:a16="http://schemas.microsoft.com/office/drawing/2014/main" id="{C890CDC6-C99C-4D83-9A40-8E38B5ABE58D}"/>
              </a:ext>
            </a:extLst>
          </p:cNvPr>
          <p:cNvPicPr>
            <a:picLocks noGrp="1" noChangeAspect="1"/>
          </p:cNvPicPr>
          <p:nvPr>
            <p:ph type="pic" sz="quarter" idx="10"/>
          </p:nvPr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-128337"/>
            <a:ext cx="12192000" cy="6986337"/>
          </a:xfrm>
        </p:spPr>
      </p:pic>
      <p:sp>
        <p:nvSpPr>
          <p:cNvPr id="11" name="Rectangle 10">
            <a:extLst>
              <a:ext uri="{FF2B5EF4-FFF2-40B4-BE49-F238E27FC236}">
                <a16:creationId xmlns:a16="http://schemas.microsoft.com/office/drawing/2014/main" id="{CCA8EEBD-A1CD-47A0-9840-FF1B52AB6044}"/>
              </a:ext>
            </a:extLst>
          </p:cNvPr>
          <p:cNvSpPr/>
          <p:nvPr/>
        </p:nvSpPr>
        <p:spPr>
          <a:xfrm>
            <a:off x="0" y="-128337"/>
            <a:ext cx="12192000" cy="6745884"/>
          </a:xfrm>
          <a:prstGeom prst="rect">
            <a:avLst/>
          </a:prstGeom>
          <a:solidFill>
            <a:schemeClr val="tx1">
              <a:alpha val="34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10" name="Graphic 9">
            <a:extLst>
              <a:ext uri="{FF2B5EF4-FFF2-40B4-BE49-F238E27FC236}">
                <a16:creationId xmlns:a16="http://schemas.microsoft.com/office/drawing/2014/main" id="{8B11A9CF-06E8-498F-B4F4-073034E0B161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0" y="4140122"/>
            <a:ext cx="12192000" cy="2709333"/>
          </a:xfrm>
          <a:prstGeom prst="rect">
            <a:avLst/>
          </a:prstGeom>
        </p:spPr>
      </p:pic>
      <p:sp>
        <p:nvSpPr>
          <p:cNvPr id="12" name="Rectangle: Rounded Corners 11">
            <a:extLst>
              <a:ext uri="{FF2B5EF4-FFF2-40B4-BE49-F238E27FC236}">
                <a16:creationId xmlns:a16="http://schemas.microsoft.com/office/drawing/2014/main" id="{B47764E5-925E-4526-8171-3B78F9CB0906}"/>
              </a:ext>
            </a:extLst>
          </p:cNvPr>
          <p:cNvSpPr>
            <a:spLocks noChangeAspect="1"/>
          </p:cNvSpPr>
          <p:nvPr/>
        </p:nvSpPr>
        <p:spPr>
          <a:xfrm>
            <a:off x="11238056" y="240453"/>
            <a:ext cx="548640" cy="548640"/>
          </a:xfrm>
          <a:prstGeom prst="roundRect">
            <a:avLst>
              <a:gd name="adj" fmla="val 8260"/>
            </a:avLst>
          </a:prstGeom>
          <a:solidFill>
            <a:srgbClr val="FFC000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ectangle: Rounded Corners 12">
            <a:extLst>
              <a:ext uri="{FF2B5EF4-FFF2-40B4-BE49-F238E27FC236}">
                <a16:creationId xmlns:a16="http://schemas.microsoft.com/office/drawing/2014/main" id="{7FEC6CAD-DC02-43DA-8C20-EFB9857F8DAC}"/>
              </a:ext>
            </a:extLst>
          </p:cNvPr>
          <p:cNvSpPr>
            <a:spLocks noChangeAspect="1"/>
          </p:cNvSpPr>
          <p:nvPr/>
        </p:nvSpPr>
        <p:spPr>
          <a:xfrm>
            <a:off x="506888" y="5846222"/>
            <a:ext cx="548640" cy="548640"/>
          </a:xfrm>
          <a:prstGeom prst="roundRect">
            <a:avLst>
              <a:gd name="adj" fmla="val 8260"/>
            </a:avLst>
          </a:prstGeom>
          <a:solidFill>
            <a:schemeClr val="tx1"/>
          </a:solidFill>
          <a:ln>
            <a:noFill/>
          </a:ln>
          <a:effectLst>
            <a:outerShdw blurRad="241300" dist="228600" dir="5400000" algn="t" rotWithShape="0">
              <a:prstClr val="black">
                <a:alpha val="30000"/>
              </a:prstClr>
            </a:outerShdw>
          </a:effectLst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TextBox 13">
            <a:extLst>
              <a:ext uri="{FF2B5EF4-FFF2-40B4-BE49-F238E27FC236}">
                <a16:creationId xmlns:a16="http://schemas.microsoft.com/office/drawing/2014/main" id="{77DB10D2-794F-406D-BEB5-177B971A0673}"/>
              </a:ext>
            </a:extLst>
          </p:cNvPr>
          <p:cNvSpPr txBox="1"/>
          <p:nvPr/>
        </p:nvSpPr>
        <p:spPr>
          <a:xfrm>
            <a:off x="3417928" y="1022662"/>
            <a:ext cx="6930276" cy="186204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1500" b="1" dirty="0">
                <a:solidFill>
                  <a:schemeClr val="bg1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THA</a:t>
            </a:r>
            <a:r>
              <a:rPr lang="en-US" sz="11500" b="1" dirty="0">
                <a:solidFill>
                  <a:srgbClr val="FFC000"/>
                </a:solidFill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NK</a:t>
            </a:r>
            <a:r>
              <a:rPr lang="en-US" sz="11500" b="1" dirty="0">
                <a:latin typeface="Open Sans" panose="020B0606030504020204" pitchFamily="34" charset="0"/>
                <a:ea typeface="Open Sans" panose="020B0606030504020204" pitchFamily="34" charset="0"/>
                <a:cs typeface="Open Sans" panose="020B0606030504020204" pitchFamily="34" charset="0"/>
              </a:rPr>
              <a:t>S</a:t>
            </a:r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D191D51A-CA17-40B4-A855-C4A89E6D2E85}"/>
              </a:ext>
            </a:extLst>
          </p:cNvPr>
          <p:cNvPicPr>
            <a:picLocks noChangeAspect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13498" y="1014117"/>
            <a:ext cx="2057400" cy="18346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9990997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spd="slow" p14:dur="2000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41" presetClass="entr" presetSubtype="0" fill="hold" grpId="0" nodeType="clickEffect">
                                  <p:stCondLst>
                                    <p:cond delay="0"/>
                                  </p:stCondLst>
                                  <p:iterate type="lt">
                                    <p:tmPct val="10000"/>
                                  </p:iterate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50000">
                                          <p:val>
                                            <p:strVal val="#ppt_x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9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h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h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0" dur="500" fill="hold"/>
                                        <p:tgtEl>
                                          <p:spTgt spid="14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w/10"/>
                                          </p:val>
                                        </p:tav>
                                        <p:tav tm="50000">
                                          <p:val>
                                            <p:strVal val="#ppt_w+.01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11" dur="500" tmFilter="0,0; .5, 1; 1, 1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2" presetID="9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dissolve">
                                      <p:cBhvr>
                                        <p:cTn id="14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</p:bldLst>
  </p:timing>
</p:sld>
</file>

<file path=ppt/theme/theme1.xml><?xml version="1.0" encoding="utf-8"?>
<a:theme xmlns:a="http://schemas.openxmlformats.org/drawingml/2006/main" name="30128-influencer-marketing-pitch-deck">
  <a:themeElements>
    <a:clrScheme name="Slidehelper - 015">
      <a:dk1>
        <a:sysClr val="windowText" lastClr="000000"/>
      </a:dk1>
      <a:lt1>
        <a:sysClr val="window" lastClr="FFFFFF"/>
      </a:lt1>
      <a:dk2>
        <a:srgbClr val="323232"/>
      </a:dk2>
      <a:lt2>
        <a:srgbClr val="E3DED1"/>
      </a:lt2>
      <a:accent1>
        <a:srgbClr val="EF476F"/>
      </a:accent1>
      <a:accent2>
        <a:srgbClr val="FFD166"/>
      </a:accent2>
      <a:accent3>
        <a:srgbClr val="06D6A0"/>
      </a:accent3>
      <a:accent4>
        <a:srgbClr val="118AB2"/>
      </a:accent4>
      <a:accent5>
        <a:srgbClr val="073B4C"/>
      </a:accent5>
      <a:accent6>
        <a:srgbClr val="BFBFBF"/>
      </a:accent6>
      <a:hlink>
        <a:srgbClr val="EF476F"/>
      </a:hlink>
      <a:folHlink>
        <a:srgbClr val="FFD166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1430</TotalTime>
  <Words>828</Words>
  <Application>Microsoft Office PowerPoint</Application>
  <PresentationFormat>Widescreen</PresentationFormat>
  <Paragraphs>178</Paragraphs>
  <Slides>15</Slides>
  <Notes>14</Notes>
  <HiddenSlides>0</HiddenSlides>
  <MMClips>0</MMClips>
  <ScaleCrop>false</ScaleCrop>
  <HeadingPairs>
    <vt:vector size="6" baseType="variant">
      <vt:variant>
        <vt:lpstr>Fonts Used</vt:lpstr>
      </vt:variant>
      <vt:variant>
        <vt:i4>10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15</vt:i4>
      </vt:variant>
    </vt:vector>
  </HeadingPairs>
  <TitlesOfParts>
    <vt:vector size="26" baseType="lpstr">
      <vt:lpstr>Arial</vt:lpstr>
      <vt:lpstr>Arial Black</vt:lpstr>
      <vt:lpstr>Calibri</vt:lpstr>
      <vt:lpstr>Calibri Light</vt:lpstr>
      <vt:lpstr>Eras Bold ITC</vt:lpstr>
      <vt:lpstr>Franklin Gothic Book</vt:lpstr>
      <vt:lpstr>Open Sans</vt:lpstr>
      <vt:lpstr>Raleway</vt:lpstr>
      <vt:lpstr>Verdana</vt:lpstr>
      <vt:lpstr>Wingdings</vt:lpstr>
      <vt:lpstr>30128-influencer-marketing-pitch-deck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30128-influencer-marketing-pitch-deck</dc:title>
  <dc:creator>lb baloch</dc:creator>
  <cp:lastModifiedBy>Ghulam Rasool</cp:lastModifiedBy>
  <cp:revision>135</cp:revision>
  <dcterms:created xsi:type="dcterms:W3CDTF">2020-08-15T08:37:58Z</dcterms:created>
  <dcterms:modified xsi:type="dcterms:W3CDTF">2026-06-02T20:10:09Z</dcterms:modified>
</cp:coreProperties>
</file>